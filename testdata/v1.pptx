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8"/>
  </p:notesMasterIdLst>
  <p:sldIdLst>
    <p:sldId id="274" r:id="rId2"/>
    <p:sldId id="262" r:id="rId3"/>
    <p:sldId id="285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75" r:id="rId12"/>
    <p:sldId id="271" r:id="rId13"/>
    <p:sldId id="273" r:id="rId14"/>
    <p:sldId id="269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oragelite" id="{80092E28-484D-405A-B725-ED5B064DED8E}">
          <p14:sldIdLst>
            <p14:sldId id="274"/>
            <p14:sldId id="262"/>
            <p14:sldId id="285"/>
            <p14:sldId id="261"/>
            <p14:sldId id="263"/>
            <p14:sldId id="264"/>
            <p14:sldId id="265"/>
            <p14:sldId id="266"/>
            <p14:sldId id="267"/>
            <p14:sldId id="268"/>
            <p14:sldId id="275"/>
            <p14:sldId id="271"/>
            <p14:sldId id="273"/>
            <p14:sldId id="269"/>
            <p14:sldId id="270"/>
            <p14:sldId id="272"/>
          </p14:sldIdLst>
        </p14:section>
        <p14:section name="项目书2023" id="{F4552106-0589-4DAE-8DC6-3B3F93FFA816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71" autoAdjust="0"/>
    <p:restoredTop sz="94417" autoAdjust="0"/>
  </p:normalViewPr>
  <p:slideViewPr>
    <p:cSldViewPr snapToGrid="0" snapToObjects="1">
      <p:cViewPr varScale="1">
        <p:scale>
          <a:sx n="87" d="100"/>
          <a:sy n="87" d="100"/>
        </p:scale>
        <p:origin x="2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9FAAD1-1C5F-4EA0-8E87-D5C851B0C23A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F4F177-E730-4BFF-857A-F1FA712BD4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521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Malware icon</a:t>
            </a:r>
            <a:r>
              <a:rPr lang="zh-CN" altLang="en-US" dirty="0"/>
              <a:t>：通用标签（</a:t>
            </a:r>
            <a:r>
              <a:rPr lang="en-US" altLang="zh-CN" dirty="0"/>
              <a:t>google</a:t>
            </a:r>
            <a:r>
              <a:rPr lang="zh-CN" altLang="en-US" dirty="0"/>
              <a:t>搜索有很多素材）</a:t>
            </a:r>
            <a:endParaRPr lang="en-US" altLang="zh-CN" dirty="0"/>
          </a:p>
          <a:p>
            <a:r>
              <a:rPr lang="zh-CN" altLang="en-US" dirty="0"/>
              <a:t>画图的逻辑：通用性，简单化，阶梯型，电路图（不要直来直去，太乱），对齐（节省空白）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F4F177-E730-4BFF-857A-F1FA712BD45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089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4" y="1122363"/>
            <a:ext cx="9143999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4" y="3602038"/>
            <a:ext cx="914399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34" indent="0" algn="ctr">
              <a:buNone/>
              <a:defRPr sz="2000"/>
            </a:lvl2pPr>
            <a:lvl3pPr marL="914466" indent="0" algn="ctr">
              <a:buNone/>
              <a:defRPr sz="1799"/>
            </a:lvl3pPr>
            <a:lvl4pPr marL="1371700" indent="0" algn="ctr">
              <a:buNone/>
              <a:defRPr sz="1601"/>
            </a:lvl4pPr>
            <a:lvl5pPr marL="1828932" indent="0" algn="ctr">
              <a:buNone/>
              <a:defRPr sz="1601"/>
            </a:lvl5pPr>
            <a:lvl6pPr marL="2286166" indent="0" algn="ctr">
              <a:buNone/>
              <a:defRPr sz="1601"/>
            </a:lvl6pPr>
            <a:lvl7pPr marL="2743400" indent="0" algn="ctr">
              <a:buNone/>
              <a:defRPr sz="1601"/>
            </a:lvl7pPr>
            <a:lvl8pPr marL="3200632" indent="0" algn="ctr">
              <a:buNone/>
              <a:defRPr sz="1601"/>
            </a:lvl8pPr>
            <a:lvl9pPr marL="3657866" indent="0" algn="ctr">
              <a:buNone/>
              <a:defRPr sz="160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EF09-71FB-9B43-8A29-C771E0BF3EEC}" type="datetimeFigureOut">
              <a:rPr lang="en-CN" smtClean="0"/>
              <a:t>11/23/2025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36E18-C667-9F4D-A735-0EC85C18B03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20549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EF09-71FB-9B43-8A29-C771E0BF3EEC}" type="datetimeFigureOut">
              <a:rPr lang="en-CN" smtClean="0"/>
              <a:t>11/23/2025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36E18-C667-9F4D-A735-0EC85C18B03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2060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3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6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700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4pPr>
            <a:lvl5pPr marL="1828932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5pPr>
            <a:lvl6pPr marL="2286166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6pPr>
            <a:lvl7pPr marL="2743400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7pPr>
            <a:lvl8pPr marL="3200632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8pPr>
            <a:lvl9pPr marL="3657866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EF09-71FB-9B43-8A29-C771E0BF3EEC}" type="datetimeFigureOut">
              <a:rPr lang="en-CN" smtClean="0"/>
              <a:t>11/23/2025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36E18-C667-9F4D-A735-0EC85C18B03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10180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2" y="1825625"/>
            <a:ext cx="518160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EF09-71FB-9B43-8A29-C771E0BF3EEC}" type="datetimeFigureOut">
              <a:rPr lang="en-CN" smtClean="0"/>
              <a:t>11/23/2025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36E18-C667-9F4D-A735-0EC85C18B03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83365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34" indent="0">
              <a:buNone/>
              <a:defRPr sz="2000" b="1"/>
            </a:lvl2pPr>
            <a:lvl3pPr marL="914466" indent="0">
              <a:buNone/>
              <a:defRPr sz="1799" b="1"/>
            </a:lvl3pPr>
            <a:lvl4pPr marL="1371700" indent="0">
              <a:buNone/>
              <a:defRPr sz="1601" b="1"/>
            </a:lvl4pPr>
            <a:lvl5pPr marL="1828932" indent="0">
              <a:buNone/>
              <a:defRPr sz="1601" b="1"/>
            </a:lvl5pPr>
            <a:lvl6pPr marL="2286166" indent="0">
              <a:buNone/>
              <a:defRPr sz="1601" b="1"/>
            </a:lvl6pPr>
            <a:lvl7pPr marL="2743400" indent="0">
              <a:buNone/>
              <a:defRPr sz="1601" b="1"/>
            </a:lvl7pPr>
            <a:lvl8pPr marL="3200632" indent="0">
              <a:buNone/>
              <a:defRPr sz="1601" b="1"/>
            </a:lvl8pPr>
            <a:lvl9pPr marL="3657866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34" indent="0">
              <a:buNone/>
              <a:defRPr sz="2000" b="1"/>
            </a:lvl2pPr>
            <a:lvl3pPr marL="914466" indent="0">
              <a:buNone/>
              <a:defRPr sz="1799" b="1"/>
            </a:lvl3pPr>
            <a:lvl4pPr marL="1371700" indent="0">
              <a:buNone/>
              <a:defRPr sz="1601" b="1"/>
            </a:lvl4pPr>
            <a:lvl5pPr marL="1828932" indent="0">
              <a:buNone/>
              <a:defRPr sz="1601" b="1"/>
            </a:lvl5pPr>
            <a:lvl6pPr marL="2286166" indent="0">
              <a:buNone/>
              <a:defRPr sz="1601" b="1"/>
            </a:lvl6pPr>
            <a:lvl7pPr marL="2743400" indent="0">
              <a:buNone/>
              <a:defRPr sz="1601" b="1"/>
            </a:lvl7pPr>
            <a:lvl8pPr marL="3200632" indent="0">
              <a:buNone/>
              <a:defRPr sz="1601" b="1"/>
            </a:lvl8pPr>
            <a:lvl9pPr marL="3657866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EF09-71FB-9B43-8A29-C771E0BF3EEC}" type="datetimeFigureOut">
              <a:rPr lang="en-CN" smtClean="0"/>
              <a:t>11/23/2025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36E18-C667-9F4D-A735-0EC85C18B03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36254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EF09-71FB-9B43-8A29-C771E0BF3EEC}" type="datetimeFigureOut">
              <a:rPr lang="en-CN" smtClean="0"/>
              <a:t>11/23/2025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36E18-C667-9F4D-A735-0EC85C18B03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59411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EF09-71FB-9B43-8A29-C771E0BF3EEC}" type="datetimeFigureOut">
              <a:rPr lang="en-CN" smtClean="0"/>
              <a:t>11/23/2025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36E18-C667-9F4D-A735-0EC85C18B03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44842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6" cy="1600200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1" cy="4873625"/>
          </a:xfrm>
        </p:spPr>
        <p:txBody>
          <a:bodyPr/>
          <a:lstStyle>
            <a:lvl1pPr>
              <a:defRPr sz="3201"/>
            </a:lvl1pPr>
            <a:lvl2pPr>
              <a:defRPr sz="2799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6" cy="3811588"/>
          </a:xfrm>
        </p:spPr>
        <p:txBody>
          <a:bodyPr/>
          <a:lstStyle>
            <a:lvl1pPr marL="0" indent="0">
              <a:buNone/>
              <a:defRPr sz="1601"/>
            </a:lvl1pPr>
            <a:lvl2pPr marL="457234" indent="0">
              <a:buNone/>
              <a:defRPr sz="1400"/>
            </a:lvl2pPr>
            <a:lvl3pPr marL="914466" indent="0">
              <a:buNone/>
              <a:defRPr sz="1201"/>
            </a:lvl3pPr>
            <a:lvl4pPr marL="1371700" indent="0">
              <a:buNone/>
              <a:defRPr sz="1000"/>
            </a:lvl4pPr>
            <a:lvl5pPr marL="1828932" indent="0">
              <a:buNone/>
              <a:defRPr sz="1000"/>
            </a:lvl5pPr>
            <a:lvl6pPr marL="2286166" indent="0">
              <a:buNone/>
              <a:defRPr sz="1000"/>
            </a:lvl6pPr>
            <a:lvl7pPr marL="2743400" indent="0">
              <a:buNone/>
              <a:defRPr sz="1000"/>
            </a:lvl7pPr>
            <a:lvl8pPr marL="3200632" indent="0">
              <a:buNone/>
              <a:defRPr sz="1000"/>
            </a:lvl8pPr>
            <a:lvl9pPr marL="365786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EF09-71FB-9B43-8A29-C771E0BF3EEC}" type="datetimeFigureOut">
              <a:rPr lang="en-CN" smtClean="0"/>
              <a:t>11/23/2025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36E18-C667-9F4D-A735-0EC85C18B03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81115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6" cy="1600200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9"/>
            <a:ext cx="6172201" cy="4873625"/>
          </a:xfrm>
        </p:spPr>
        <p:txBody>
          <a:bodyPr anchor="t"/>
          <a:lstStyle>
            <a:lvl1pPr marL="0" indent="0">
              <a:buNone/>
              <a:defRPr sz="3201"/>
            </a:lvl1pPr>
            <a:lvl2pPr marL="457234" indent="0">
              <a:buNone/>
              <a:defRPr sz="2799"/>
            </a:lvl2pPr>
            <a:lvl3pPr marL="914466" indent="0">
              <a:buNone/>
              <a:defRPr sz="2400"/>
            </a:lvl3pPr>
            <a:lvl4pPr marL="1371700" indent="0">
              <a:buNone/>
              <a:defRPr sz="2000"/>
            </a:lvl4pPr>
            <a:lvl5pPr marL="1828932" indent="0">
              <a:buNone/>
              <a:defRPr sz="2000"/>
            </a:lvl5pPr>
            <a:lvl6pPr marL="2286166" indent="0">
              <a:buNone/>
              <a:defRPr sz="2000"/>
            </a:lvl6pPr>
            <a:lvl7pPr marL="2743400" indent="0">
              <a:buNone/>
              <a:defRPr sz="2000"/>
            </a:lvl7pPr>
            <a:lvl8pPr marL="3200632" indent="0">
              <a:buNone/>
              <a:defRPr sz="2000"/>
            </a:lvl8pPr>
            <a:lvl9pPr marL="3657866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6" cy="3811588"/>
          </a:xfrm>
        </p:spPr>
        <p:txBody>
          <a:bodyPr/>
          <a:lstStyle>
            <a:lvl1pPr marL="0" indent="0">
              <a:buNone/>
              <a:defRPr sz="1601"/>
            </a:lvl1pPr>
            <a:lvl2pPr marL="457234" indent="0">
              <a:buNone/>
              <a:defRPr sz="1400"/>
            </a:lvl2pPr>
            <a:lvl3pPr marL="914466" indent="0">
              <a:buNone/>
              <a:defRPr sz="1201"/>
            </a:lvl3pPr>
            <a:lvl4pPr marL="1371700" indent="0">
              <a:buNone/>
              <a:defRPr sz="1000"/>
            </a:lvl4pPr>
            <a:lvl5pPr marL="1828932" indent="0">
              <a:buNone/>
              <a:defRPr sz="1000"/>
            </a:lvl5pPr>
            <a:lvl6pPr marL="2286166" indent="0">
              <a:buNone/>
              <a:defRPr sz="1000"/>
            </a:lvl6pPr>
            <a:lvl7pPr marL="2743400" indent="0">
              <a:buNone/>
              <a:defRPr sz="1000"/>
            </a:lvl7pPr>
            <a:lvl8pPr marL="3200632" indent="0">
              <a:buNone/>
              <a:defRPr sz="1000"/>
            </a:lvl8pPr>
            <a:lvl9pPr marL="365786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EF09-71FB-9B43-8A29-C771E0BF3EEC}" type="datetimeFigureOut">
              <a:rPr lang="en-CN" smtClean="0"/>
              <a:t>11/23/2025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36E18-C667-9F4D-A735-0EC85C18B03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8470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EF09-71FB-9B43-8A29-C771E0BF3EEC}" type="datetimeFigureOut">
              <a:rPr lang="en-CN" smtClean="0"/>
              <a:t>11/23/2025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36E18-C667-9F4D-A735-0EC85C18B03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96160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2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29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EF09-71FB-9B43-8A29-C771E0BF3EEC}" type="datetimeFigureOut">
              <a:rPr lang="en-CN" smtClean="0"/>
              <a:t>11/23/2025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36E18-C667-9F4D-A735-0EC85C18B03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10622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199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EEF09-71FB-9B43-8A29-C771E0BF3EEC}" type="datetimeFigureOut">
              <a:rPr lang="en-CN" smtClean="0"/>
              <a:t>11/23/2025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4"/>
            <a:ext cx="4114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3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436E18-C667-9F4D-A735-0EC85C18B03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91754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6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7" indent="-228617" algn="l" defTabSz="91446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849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83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317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7549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4783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2015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9249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6483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234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466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700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932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6166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400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632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866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3" Type="http://schemas.openxmlformats.org/officeDocument/2006/relationships/image" Target="../media/image210.png"/><Relationship Id="rId7" Type="http://schemas.openxmlformats.org/officeDocument/2006/relationships/image" Target="../media/image6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0.png"/><Relationship Id="rId5" Type="http://schemas.openxmlformats.org/officeDocument/2006/relationships/image" Target="../media/image410.png"/><Relationship Id="rId4" Type="http://schemas.openxmlformats.org/officeDocument/2006/relationships/image" Target="../media/image310.png"/><Relationship Id="rId9" Type="http://schemas.openxmlformats.org/officeDocument/2006/relationships/image" Target="../media/image8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0.jpe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2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0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image" Target="../media/image2.pn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3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image" Target="../media/image2.png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9.png"/><Relationship Id="rId5" Type="http://schemas.openxmlformats.org/officeDocument/2006/relationships/image" Target="../media/image54.png"/><Relationship Id="rId15" Type="http://schemas.openxmlformats.org/officeDocument/2006/relationships/image" Target="../media/image63.png"/><Relationship Id="rId10" Type="http://schemas.openxmlformats.org/officeDocument/2006/relationships/image" Target="../media/image58.png"/><Relationship Id="rId4" Type="http://schemas.openxmlformats.org/officeDocument/2006/relationships/image" Target="../media/image53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45.png"/><Relationship Id="rId3" Type="http://schemas.openxmlformats.org/officeDocument/2006/relationships/image" Target="../media/image77.png"/><Relationship Id="rId7" Type="http://schemas.openxmlformats.org/officeDocument/2006/relationships/image" Target="../media/image80.png"/><Relationship Id="rId12" Type="http://schemas.openxmlformats.org/officeDocument/2006/relationships/image" Target="../media/image84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79.png"/><Relationship Id="rId10" Type="http://schemas.openxmlformats.org/officeDocument/2006/relationships/image" Target="../media/image83.png"/><Relationship Id="rId4" Type="http://schemas.openxmlformats.org/officeDocument/2006/relationships/image" Target="../media/image78.png"/><Relationship Id="rId9" Type="http://schemas.openxmlformats.org/officeDocument/2006/relationships/image" Target="../media/image8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95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12" Type="http://schemas.openxmlformats.org/officeDocument/2006/relationships/image" Target="../media/image94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3.png"/><Relationship Id="rId5" Type="http://schemas.openxmlformats.org/officeDocument/2006/relationships/image" Target="../media/image88.png"/><Relationship Id="rId10" Type="http://schemas.openxmlformats.org/officeDocument/2006/relationships/image" Target="../media/image92.png"/><Relationship Id="rId4" Type="http://schemas.openxmlformats.org/officeDocument/2006/relationships/image" Target="../media/image87.png"/><Relationship Id="rId9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F1217B5A-8DD3-ADC9-C766-1580517089E4}"/>
              </a:ext>
            </a:extLst>
          </p:cNvPr>
          <p:cNvGrpSpPr/>
          <p:nvPr/>
        </p:nvGrpSpPr>
        <p:grpSpPr>
          <a:xfrm>
            <a:off x="405131" y="340365"/>
            <a:ext cx="10477810" cy="6092387"/>
            <a:chOff x="-41096" y="337508"/>
            <a:chExt cx="10477810" cy="6092387"/>
          </a:xfrm>
        </p:grpSpPr>
        <p:pic>
          <p:nvPicPr>
            <p:cNvPr id="1026" name="Picture 2" descr="Cloud Icon Royalty-Free Stock Image - Storyblocks">
              <a:extLst>
                <a:ext uri="{FF2B5EF4-FFF2-40B4-BE49-F238E27FC236}">
                  <a16:creationId xmlns:a16="http://schemas.microsoft.com/office/drawing/2014/main" id="{F80E64D4-F8C9-708C-03CC-BBBB7E9E1F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1906" y="2972270"/>
              <a:ext cx="7832309" cy="29006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36392CB2-D86D-4219-ED8E-C560F6872895}"/>
                </a:ext>
              </a:extLst>
            </p:cNvPr>
            <p:cNvGrpSpPr/>
            <p:nvPr/>
          </p:nvGrpSpPr>
          <p:grpSpPr>
            <a:xfrm>
              <a:off x="1183788" y="337508"/>
              <a:ext cx="9252926" cy="767393"/>
              <a:chOff x="2428002" y="3639313"/>
              <a:chExt cx="3895559" cy="428362"/>
            </a:xfrm>
          </p:grpSpPr>
          <p:sp>
            <p:nvSpPr>
              <p:cNvPr id="5" name="Hexagon 105">
                <a:extLst>
                  <a:ext uri="{FF2B5EF4-FFF2-40B4-BE49-F238E27FC236}">
                    <a16:creationId xmlns:a16="http://schemas.microsoft.com/office/drawing/2014/main" id="{25ABB434-0470-CC93-C325-F133DD76007C}"/>
                  </a:ext>
                </a:extLst>
              </p:cNvPr>
              <p:cNvSpPr/>
              <p:nvPr/>
            </p:nvSpPr>
            <p:spPr>
              <a:xfrm>
                <a:off x="2428002" y="3640908"/>
                <a:ext cx="496654" cy="426767"/>
              </a:xfrm>
              <a:prstGeom prst="hexagon">
                <a:avLst/>
              </a:prstGeom>
              <a:solidFill>
                <a:schemeClr val="bg2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799"/>
              </a:p>
            </p:txBody>
          </p:sp>
          <p:cxnSp>
            <p:nvCxnSpPr>
              <p:cNvPr id="6" name="Straight Connector 106">
                <a:extLst>
                  <a:ext uri="{FF2B5EF4-FFF2-40B4-BE49-F238E27FC236}">
                    <a16:creationId xmlns:a16="http://schemas.microsoft.com/office/drawing/2014/main" id="{3D033C12-D2C0-CA6C-A08B-39B4919757EF}"/>
                  </a:ext>
                </a:extLst>
              </p:cNvPr>
              <p:cNvCxnSpPr>
                <a:cxnSpLocks/>
                <a:stCxn id="5" idx="0"/>
                <a:endCxn id="7" idx="3"/>
              </p:cNvCxnSpPr>
              <p:nvPr/>
            </p:nvCxnSpPr>
            <p:spPr>
              <a:xfrm flipV="1">
                <a:off x="2924656" y="3852696"/>
                <a:ext cx="354558" cy="159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Hexagon 107">
                <a:extLst>
                  <a:ext uri="{FF2B5EF4-FFF2-40B4-BE49-F238E27FC236}">
                    <a16:creationId xmlns:a16="http://schemas.microsoft.com/office/drawing/2014/main" id="{DA413E21-B7EE-3F8A-45BB-00F00D380E7D}"/>
                  </a:ext>
                </a:extLst>
              </p:cNvPr>
              <p:cNvSpPr/>
              <p:nvPr/>
            </p:nvSpPr>
            <p:spPr>
              <a:xfrm>
                <a:off x="3279214" y="3639313"/>
                <a:ext cx="496654" cy="426767"/>
              </a:xfrm>
              <a:prstGeom prst="hexagon">
                <a:avLst/>
              </a:prstGeom>
              <a:solidFill>
                <a:schemeClr val="bg2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799"/>
              </a:p>
            </p:txBody>
          </p:sp>
          <p:sp>
            <p:nvSpPr>
              <p:cNvPr id="8" name="Hexagon 108">
                <a:extLst>
                  <a:ext uri="{FF2B5EF4-FFF2-40B4-BE49-F238E27FC236}">
                    <a16:creationId xmlns:a16="http://schemas.microsoft.com/office/drawing/2014/main" id="{68274FC0-2834-914C-F77D-B815F35EFA77}"/>
                  </a:ext>
                </a:extLst>
              </p:cNvPr>
              <p:cNvSpPr/>
              <p:nvPr/>
            </p:nvSpPr>
            <p:spPr>
              <a:xfrm>
                <a:off x="4128789" y="3639313"/>
                <a:ext cx="496654" cy="426767"/>
              </a:xfrm>
              <a:prstGeom prst="hexagon">
                <a:avLst/>
              </a:prstGeom>
              <a:solidFill>
                <a:schemeClr val="bg2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799"/>
              </a:p>
            </p:txBody>
          </p:sp>
          <p:sp>
            <p:nvSpPr>
              <p:cNvPr id="9" name="Hexagon 109">
                <a:extLst>
                  <a:ext uri="{FF2B5EF4-FFF2-40B4-BE49-F238E27FC236}">
                    <a16:creationId xmlns:a16="http://schemas.microsoft.com/office/drawing/2014/main" id="{2E2E6225-64D0-E45F-7AD3-B5BF1B22C24A}"/>
                  </a:ext>
                </a:extLst>
              </p:cNvPr>
              <p:cNvSpPr/>
              <p:nvPr/>
            </p:nvSpPr>
            <p:spPr>
              <a:xfrm>
                <a:off x="4982398" y="3639313"/>
                <a:ext cx="496654" cy="426767"/>
              </a:xfrm>
              <a:prstGeom prst="hexagon">
                <a:avLst/>
              </a:prstGeom>
              <a:solidFill>
                <a:schemeClr val="bg2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799"/>
              </a:p>
            </p:txBody>
          </p:sp>
          <p:sp>
            <p:nvSpPr>
              <p:cNvPr id="10" name="Hexagon 110">
                <a:extLst>
                  <a:ext uri="{FF2B5EF4-FFF2-40B4-BE49-F238E27FC236}">
                    <a16:creationId xmlns:a16="http://schemas.microsoft.com/office/drawing/2014/main" id="{1CAB5862-0BC7-C088-119D-74D16E934D3C}"/>
                  </a:ext>
                </a:extLst>
              </p:cNvPr>
              <p:cNvSpPr/>
              <p:nvPr/>
            </p:nvSpPr>
            <p:spPr>
              <a:xfrm>
                <a:off x="5826907" y="3639313"/>
                <a:ext cx="496654" cy="426767"/>
              </a:xfrm>
              <a:prstGeom prst="hexagon">
                <a:avLst/>
              </a:prstGeom>
              <a:solidFill>
                <a:schemeClr val="bg2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799" dirty="0"/>
              </a:p>
            </p:txBody>
          </p:sp>
          <p:cxnSp>
            <p:nvCxnSpPr>
              <p:cNvPr id="11" name="Straight Connector 111">
                <a:extLst>
                  <a:ext uri="{FF2B5EF4-FFF2-40B4-BE49-F238E27FC236}">
                    <a16:creationId xmlns:a16="http://schemas.microsoft.com/office/drawing/2014/main" id="{8112886A-2003-DA98-66B4-00D8FB40ABFB}"/>
                  </a:ext>
                </a:extLst>
              </p:cNvPr>
              <p:cNvCxnSpPr>
                <a:cxnSpLocks/>
                <a:stCxn id="7" idx="0"/>
                <a:endCxn id="8" idx="3"/>
              </p:cNvCxnSpPr>
              <p:nvPr/>
            </p:nvCxnSpPr>
            <p:spPr>
              <a:xfrm>
                <a:off x="3775868" y="3852696"/>
                <a:ext cx="352921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2">
                <a:extLst>
                  <a:ext uri="{FF2B5EF4-FFF2-40B4-BE49-F238E27FC236}">
                    <a16:creationId xmlns:a16="http://schemas.microsoft.com/office/drawing/2014/main" id="{194CF837-3998-ACB3-1B25-8E874326A859}"/>
                  </a:ext>
                </a:extLst>
              </p:cNvPr>
              <p:cNvCxnSpPr>
                <a:cxnSpLocks/>
                <a:stCxn id="8" idx="0"/>
                <a:endCxn id="9" idx="3"/>
              </p:cNvCxnSpPr>
              <p:nvPr/>
            </p:nvCxnSpPr>
            <p:spPr>
              <a:xfrm>
                <a:off x="4625443" y="3852696"/>
                <a:ext cx="356955" cy="0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13">
                <a:extLst>
                  <a:ext uri="{FF2B5EF4-FFF2-40B4-BE49-F238E27FC236}">
                    <a16:creationId xmlns:a16="http://schemas.microsoft.com/office/drawing/2014/main" id="{AAD56922-2B67-7DBC-C437-9035C2D1E34A}"/>
                  </a:ext>
                </a:extLst>
              </p:cNvPr>
              <p:cNvCxnSpPr>
                <a:cxnSpLocks/>
                <a:stCxn id="9" idx="0"/>
                <a:endCxn id="10" idx="3"/>
              </p:cNvCxnSpPr>
              <p:nvPr/>
            </p:nvCxnSpPr>
            <p:spPr>
              <a:xfrm>
                <a:off x="5479052" y="3852696"/>
                <a:ext cx="34785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17" name="Picture 6" descr="Data Database Storage">
              <a:extLst>
                <a:ext uri="{FF2B5EF4-FFF2-40B4-BE49-F238E27FC236}">
                  <a16:creationId xmlns:a16="http://schemas.microsoft.com/office/drawing/2014/main" id="{4B60E90F-FF3F-D6F4-3F09-D912B613F4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7168" y="4105839"/>
              <a:ext cx="583057" cy="66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C4C8BD55-3C07-B56C-30F1-FD862BA0A6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52724" y="4360612"/>
              <a:ext cx="439200" cy="4392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C5A983C0-7328-1EFB-7679-487F46F120B5}"/>
                    </a:ext>
                  </a:extLst>
                </p:cNvPr>
                <p:cNvSpPr txBox="1"/>
                <p:nvPr/>
              </p:nvSpPr>
              <p:spPr>
                <a:xfrm>
                  <a:off x="2991634" y="4477464"/>
                  <a:ext cx="420711" cy="3808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799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799" b="1" i="1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p>
                            <m:r>
                              <a:rPr lang="en-US" altLang="zh-CN" sz="1799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799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sz="1799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zh-CN" altLang="en-US" sz="1799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C5A983C0-7328-1EFB-7679-487F46F120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1634" y="4477464"/>
                  <a:ext cx="420711" cy="380810"/>
                </a:xfrm>
                <a:prstGeom prst="rect">
                  <a:avLst/>
                </a:prstGeom>
                <a:blipFill>
                  <a:blip r:embed="rId5"/>
                  <a:stretch>
                    <a:fillRect l="-21739" r="-724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0" name="Picture 6" descr="Data Database Storage">
              <a:extLst>
                <a:ext uri="{FF2B5EF4-FFF2-40B4-BE49-F238E27FC236}">
                  <a16:creationId xmlns:a16="http://schemas.microsoft.com/office/drawing/2014/main" id="{8E4FB057-62D8-12E9-DC9A-FA5D1EDE5E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2945" y="2533071"/>
              <a:ext cx="583057" cy="66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E03F1F7D-2F5B-40B5-42DB-1D87999A3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88498" y="2787844"/>
              <a:ext cx="439200" cy="4392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CB450CE4-646F-943C-EF8A-115AB6FC52BE}"/>
                    </a:ext>
                  </a:extLst>
                </p:cNvPr>
                <p:cNvSpPr txBox="1"/>
                <p:nvPr/>
              </p:nvSpPr>
              <p:spPr>
                <a:xfrm>
                  <a:off x="6127408" y="2904697"/>
                  <a:ext cx="420711" cy="3808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799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799" b="1" i="1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p>
                            <m:r>
                              <a:rPr lang="en-US" altLang="zh-CN" sz="1799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799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sz="1799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zh-CN" altLang="en-US" sz="1799" b="1" dirty="0"/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CB450CE4-646F-943C-EF8A-115AB6FC52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7408" y="2904697"/>
                  <a:ext cx="420711" cy="380810"/>
                </a:xfrm>
                <a:prstGeom prst="rect">
                  <a:avLst/>
                </a:prstGeom>
                <a:blipFill>
                  <a:blip r:embed="rId6"/>
                  <a:stretch>
                    <a:fillRect l="-21739" r="-724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45A967E5-3FA5-FB03-548C-01E6A98083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32591" y="4447049"/>
              <a:ext cx="439200" cy="4392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90A0EB0-099A-8643-59AA-0DB1DBCB7A24}"/>
                    </a:ext>
                  </a:extLst>
                </p:cNvPr>
                <p:cNvSpPr txBox="1"/>
                <p:nvPr/>
              </p:nvSpPr>
              <p:spPr>
                <a:xfrm>
                  <a:off x="9871499" y="4563902"/>
                  <a:ext cx="420711" cy="3808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799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799" b="1" i="1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p>
                            <m:r>
                              <a:rPr lang="en-US" altLang="zh-CN" sz="1799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799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altLang="zh-CN" sz="1799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zh-CN" altLang="en-US" sz="1799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90A0EB0-099A-8643-59AA-0DB1DBCB7A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1499" y="4563902"/>
                  <a:ext cx="420711" cy="380810"/>
                </a:xfrm>
                <a:prstGeom prst="rect">
                  <a:avLst/>
                </a:prstGeom>
                <a:blipFill>
                  <a:blip r:embed="rId7"/>
                  <a:stretch>
                    <a:fillRect l="-23188" r="-57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6" name="Picture 6" descr="Data Database Storage">
              <a:extLst>
                <a:ext uri="{FF2B5EF4-FFF2-40B4-BE49-F238E27FC236}">
                  <a16:creationId xmlns:a16="http://schemas.microsoft.com/office/drawing/2014/main" id="{3E2E8E86-85AC-1C5A-72C1-91B7FC08DD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20199" y="5364259"/>
              <a:ext cx="583057" cy="66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5773DD1A-DFCA-6140-BA04-C3579E4736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95752" y="5619033"/>
              <a:ext cx="439200" cy="4392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B49CB1CE-0CCB-C6DB-478E-8FF27124EE1A}"/>
                    </a:ext>
                  </a:extLst>
                </p:cNvPr>
                <p:cNvSpPr txBox="1"/>
                <p:nvPr/>
              </p:nvSpPr>
              <p:spPr>
                <a:xfrm>
                  <a:off x="7134662" y="5735885"/>
                  <a:ext cx="420711" cy="3808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799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799" b="1" i="1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p>
                            <m:r>
                              <a:rPr lang="en-US" altLang="zh-CN" sz="1799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799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US" altLang="zh-CN" sz="1799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zh-CN" altLang="en-US" sz="1799" b="1" dirty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B49CB1CE-0CCB-C6DB-478E-8FF27124EE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4662" y="5735885"/>
                  <a:ext cx="420711" cy="380810"/>
                </a:xfrm>
                <a:prstGeom prst="rect">
                  <a:avLst/>
                </a:prstGeom>
                <a:blipFill>
                  <a:blip r:embed="rId8"/>
                  <a:stretch>
                    <a:fillRect l="-23188" r="-57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连接符: 肘形 31">
              <a:extLst>
                <a:ext uri="{FF2B5EF4-FFF2-40B4-BE49-F238E27FC236}">
                  <a16:creationId xmlns:a16="http://schemas.microsoft.com/office/drawing/2014/main" id="{CD3867EC-BFC7-A662-7E20-68E6565835BB}"/>
                </a:ext>
              </a:extLst>
            </p:cNvPr>
            <p:cNvCxnSpPr>
              <a:stCxn id="5" idx="1"/>
              <a:endCxn id="18" idx="0"/>
            </p:cNvCxnSpPr>
            <p:nvPr/>
          </p:nvCxnSpPr>
          <p:spPr>
            <a:xfrm rot="16200000" flipH="1">
              <a:off x="1044472" y="2232759"/>
              <a:ext cx="3255711" cy="999993"/>
            </a:xfrm>
            <a:prstGeom prst="bentConnector3">
              <a:avLst>
                <a:gd name="adj1" fmla="val 50000"/>
              </a:avLst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连接符: 肘形 36">
              <a:extLst>
                <a:ext uri="{FF2B5EF4-FFF2-40B4-BE49-F238E27FC236}">
                  <a16:creationId xmlns:a16="http://schemas.microsoft.com/office/drawing/2014/main" id="{2F675395-4301-4037-AFCF-0DAFA0F84339}"/>
                </a:ext>
              </a:extLst>
            </p:cNvPr>
            <p:cNvCxnSpPr>
              <a:stCxn id="7" idx="1"/>
              <a:endCxn id="21" idx="0"/>
            </p:cNvCxnSpPr>
            <p:nvPr/>
          </p:nvCxnSpPr>
          <p:spPr>
            <a:xfrm rot="16200000" flipH="1">
              <a:off x="4408238" y="887979"/>
              <a:ext cx="1685801" cy="2113928"/>
            </a:xfrm>
            <a:prstGeom prst="bentConnector3">
              <a:avLst>
                <a:gd name="adj1" fmla="val 67248"/>
              </a:avLst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连接符: 肘形 39">
              <a:extLst>
                <a:ext uri="{FF2B5EF4-FFF2-40B4-BE49-F238E27FC236}">
                  <a16:creationId xmlns:a16="http://schemas.microsoft.com/office/drawing/2014/main" id="{EA69F2D2-2765-06BB-5C4F-F5E570B770AE}"/>
                </a:ext>
              </a:extLst>
            </p:cNvPr>
            <p:cNvCxnSpPr>
              <a:stCxn id="8" idx="1"/>
              <a:endCxn id="24" idx="0"/>
            </p:cNvCxnSpPr>
            <p:nvPr/>
          </p:nvCxnSpPr>
          <p:spPr>
            <a:xfrm rot="16200000" flipH="1">
              <a:off x="6459656" y="854511"/>
              <a:ext cx="3345006" cy="3840068"/>
            </a:xfrm>
            <a:prstGeom prst="bentConnector3">
              <a:avLst>
                <a:gd name="adj1" fmla="val 31357"/>
              </a:avLst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连接符: 肘形 42">
              <a:extLst>
                <a:ext uri="{FF2B5EF4-FFF2-40B4-BE49-F238E27FC236}">
                  <a16:creationId xmlns:a16="http://schemas.microsoft.com/office/drawing/2014/main" id="{3EF6102E-30B0-E8F0-E523-37E2356D8944}"/>
                </a:ext>
              </a:extLst>
            </p:cNvPr>
            <p:cNvCxnSpPr>
              <a:stCxn id="9" idx="1"/>
              <a:endCxn id="26" idx="0"/>
            </p:cNvCxnSpPr>
            <p:nvPr/>
          </p:nvCxnSpPr>
          <p:spPr>
            <a:xfrm rot="5400000">
              <a:off x="5394587" y="2519184"/>
              <a:ext cx="4262215" cy="1427934"/>
            </a:xfrm>
            <a:prstGeom prst="bentConnector3">
              <a:avLst>
                <a:gd name="adj1" fmla="val 22540"/>
              </a:avLst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64688138-15D5-BC2E-31BF-7F45B122A41C}"/>
                </a:ext>
              </a:extLst>
            </p:cNvPr>
            <p:cNvSpPr txBox="1"/>
            <p:nvPr/>
          </p:nvSpPr>
          <p:spPr>
            <a:xfrm>
              <a:off x="0" y="1075063"/>
              <a:ext cx="15996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Blockchain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C3E8DEC8-6305-5C53-4628-A401D736A2A7}"/>
                </a:ext>
              </a:extLst>
            </p:cNvPr>
            <p:cNvSpPr/>
            <p:nvPr/>
          </p:nvSpPr>
          <p:spPr>
            <a:xfrm>
              <a:off x="1183788" y="1420384"/>
              <a:ext cx="9252926" cy="928260"/>
            </a:xfrm>
            <a:prstGeom prst="rect">
              <a:avLst/>
            </a:prstGeom>
            <a:noFill/>
            <a:ln w="28575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9"/>
            </a:p>
          </p:txBody>
        </p:sp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A965677E-9B01-F023-E393-F042AD721C2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870751" y="5803494"/>
              <a:ext cx="626401" cy="626401"/>
            </a:xfrm>
            <a:prstGeom prst="rect">
              <a:avLst/>
            </a:prstGeom>
          </p:spPr>
        </p:pic>
        <p:sp>
          <p:nvSpPr>
            <p:cNvPr id="50" name="箭头: 下 49">
              <a:extLst>
                <a:ext uri="{FF2B5EF4-FFF2-40B4-BE49-F238E27FC236}">
                  <a16:creationId xmlns:a16="http://schemas.microsoft.com/office/drawing/2014/main" id="{9133C0DE-7A2C-93D6-B94E-243C1E37D86C}"/>
                </a:ext>
              </a:extLst>
            </p:cNvPr>
            <p:cNvSpPr/>
            <p:nvPr/>
          </p:nvSpPr>
          <p:spPr>
            <a:xfrm>
              <a:off x="2983806" y="4799812"/>
              <a:ext cx="400292" cy="1019024"/>
            </a:xfrm>
            <a:prstGeom prst="down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9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3C365C71-F441-83F1-A071-96A9B116D9DA}"/>
                </a:ext>
              </a:extLst>
            </p:cNvPr>
            <p:cNvSpPr txBox="1"/>
            <p:nvPr/>
          </p:nvSpPr>
          <p:spPr>
            <a:xfrm>
              <a:off x="7534953" y="5710415"/>
              <a:ext cx="21980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File (Version 4)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164EFC63-B5EE-64D9-8B42-D5E198126DF4}"/>
                </a:ext>
              </a:extLst>
            </p:cNvPr>
            <p:cNvSpPr txBox="1"/>
            <p:nvPr/>
          </p:nvSpPr>
          <p:spPr>
            <a:xfrm>
              <a:off x="4818319" y="3172093"/>
              <a:ext cx="21124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Storage Miners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3" name="Picture 6" descr="Data Database Storage">
              <a:extLst>
                <a:ext uri="{FF2B5EF4-FFF2-40B4-BE49-F238E27FC236}">
                  <a16:creationId xmlns:a16="http://schemas.microsoft.com/office/drawing/2014/main" id="{07018A4A-A8B7-78E3-E849-24FF0B18DA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57038" y="4192276"/>
              <a:ext cx="583057" cy="66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13FEDA16-6DD8-3048-EA51-A3F737593E13}"/>
                </a:ext>
              </a:extLst>
            </p:cNvPr>
            <p:cNvSpPr txBox="1"/>
            <p:nvPr/>
          </p:nvSpPr>
          <p:spPr>
            <a:xfrm>
              <a:off x="3603922" y="4199789"/>
              <a:ext cx="5046971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[C1] </a:t>
              </a:r>
              <a:r>
                <a:rPr lang="en-US" altLang="zh-CN" sz="2800" b="1" dirty="0">
                  <a:latin typeface="Arial" panose="020B0604020202020204" pitchFamily="34" charset="0"/>
                  <a:ea typeface="+mj-ea"/>
                  <a:cs typeface="Arial" panose="020B0604020202020204" pitchFamily="34" charset="0"/>
                </a:rPr>
                <a:t>Difficulties in Managing Multi-Version Files</a:t>
              </a:r>
              <a:endParaRPr lang="zh-CN" altLang="en-US" sz="2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8470E15-47A1-08C3-5610-2BF7BCDBC383}"/>
                </a:ext>
              </a:extLst>
            </p:cNvPr>
            <p:cNvSpPr txBox="1"/>
            <p:nvPr/>
          </p:nvSpPr>
          <p:spPr>
            <a:xfrm>
              <a:off x="-41096" y="5133652"/>
              <a:ext cx="3423182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[C2] </a:t>
              </a:r>
              <a:r>
                <a:rPr lang="en-US" altLang="zh-CN" sz="2800" b="1" dirty="0">
                  <a:latin typeface="Arial" panose="020B0604020202020204" pitchFamily="34" charset="0"/>
                  <a:ea typeface="+mj-ea"/>
                  <a:cs typeface="Arial" panose="020B0604020202020204" pitchFamily="34" charset="0"/>
                </a:rPr>
                <a:t>Data Privacy Leakage</a:t>
              </a:r>
              <a:endParaRPr lang="zh-CN" altLang="en-US" sz="2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173AF262-3C20-CEA9-4F5D-2D0FECC6EF88}"/>
                </a:ext>
              </a:extLst>
            </p:cNvPr>
            <p:cNvSpPr txBox="1"/>
            <p:nvPr/>
          </p:nvSpPr>
          <p:spPr>
            <a:xfrm>
              <a:off x="2503530" y="1574771"/>
              <a:ext cx="63112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[C3] </a:t>
              </a:r>
              <a:r>
                <a:rPr lang="en-US" altLang="zh-CN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Complex Proof of Storage</a:t>
              </a:r>
              <a:endParaRPr lang="zh-CN" altLang="en-US" sz="2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6079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DD8C8C0-F8BE-6EF0-F039-C87B04276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82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728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02E25DE3-CA2D-FF46-A591-EB54D762031C}"/>
              </a:ext>
            </a:extLst>
          </p:cNvPr>
          <p:cNvGrpSpPr/>
          <p:nvPr/>
        </p:nvGrpSpPr>
        <p:grpSpPr>
          <a:xfrm>
            <a:off x="2134851" y="571732"/>
            <a:ext cx="7183988" cy="5714536"/>
            <a:chOff x="1166663" y="915953"/>
            <a:chExt cx="7183988" cy="5714536"/>
          </a:xfrm>
        </p:grpSpPr>
        <p:sp>
          <p:nvSpPr>
            <p:cNvPr id="6" name="圆角矩形 5">
              <a:extLst>
                <a:ext uri="{FF2B5EF4-FFF2-40B4-BE49-F238E27FC236}">
                  <a16:creationId xmlns:a16="http://schemas.microsoft.com/office/drawing/2014/main" id="{7D34E074-EA51-C949-B759-CD23E60C5F0E}"/>
                </a:ext>
              </a:extLst>
            </p:cNvPr>
            <p:cNvSpPr/>
            <p:nvPr/>
          </p:nvSpPr>
          <p:spPr>
            <a:xfrm>
              <a:off x="3613876" y="977030"/>
              <a:ext cx="544882" cy="25052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4392EA4-2335-804F-A846-8573D111EB80}"/>
                </a:ext>
              </a:extLst>
            </p:cNvPr>
            <p:cNvSpPr txBox="1"/>
            <p:nvPr/>
          </p:nvSpPr>
          <p:spPr>
            <a:xfrm>
              <a:off x="3638507" y="929672"/>
              <a:ext cx="49244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SM</a:t>
              </a:r>
              <a:endPara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圆角矩形 8">
              <a:extLst>
                <a:ext uri="{FF2B5EF4-FFF2-40B4-BE49-F238E27FC236}">
                  <a16:creationId xmlns:a16="http://schemas.microsoft.com/office/drawing/2014/main" id="{C54C23BE-E0A5-AF4E-98DE-3BF360A44E5A}"/>
                </a:ext>
              </a:extLst>
            </p:cNvPr>
            <p:cNvSpPr/>
            <p:nvPr/>
          </p:nvSpPr>
          <p:spPr>
            <a:xfrm>
              <a:off x="6329530" y="973806"/>
              <a:ext cx="544882" cy="25052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9282548-5DE8-EF4B-AD90-1CF6C0D4E85D}"/>
                </a:ext>
              </a:extLst>
            </p:cNvPr>
            <p:cNvSpPr txBox="1"/>
            <p:nvPr/>
          </p:nvSpPr>
          <p:spPr>
            <a:xfrm>
              <a:off x="6297158" y="917078"/>
              <a:ext cx="62869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RoM</a:t>
              </a:r>
              <a:endPara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圆角矩形 10">
              <a:extLst>
                <a:ext uri="{FF2B5EF4-FFF2-40B4-BE49-F238E27FC236}">
                  <a16:creationId xmlns:a16="http://schemas.microsoft.com/office/drawing/2014/main" id="{12112032-92CD-AE4F-B24F-A5AD1D0DBE18}"/>
                </a:ext>
              </a:extLst>
            </p:cNvPr>
            <p:cNvSpPr/>
            <p:nvPr/>
          </p:nvSpPr>
          <p:spPr>
            <a:xfrm>
              <a:off x="7751963" y="967358"/>
              <a:ext cx="544882" cy="25052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5C2042E-69FF-7D4D-8932-6E16A6B39D9A}"/>
                </a:ext>
              </a:extLst>
            </p:cNvPr>
            <p:cNvSpPr txBox="1"/>
            <p:nvPr/>
          </p:nvSpPr>
          <p:spPr>
            <a:xfrm>
              <a:off x="7733174" y="915953"/>
              <a:ext cx="6174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ReM</a:t>
              </a:r>
              <a:endPara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A8DD5F01-21A5-3940-93A2-9D19A2621E6A}"/>
                </a:ext>
              </a:extLst>
            </p:cNvPr>
            <p:cNvSpPr/>
            <p:nvPr/>
          </p:nvSpPr>
          <p:spPr>
            <a:xfrm>
              <a:off x="4989635" y="979968"/>
              <a:ext cx="544882" cy="25052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C468FD90-9706-2D49-B534-2D83106D6D35}"/>
                </a:ext>
              </a:extLst>
            </p:cNvPr>
            <p:cNvSpPr txBox="1"/>
            <p:nvPr/>
          </p:nvSpPr>
          <p:spPr>
            <a:xfrm>
              <a:off x="5044803" y="928260"/>
              <a:ext cx="46839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SC</a:t>
              </a:r>
              <a:endPara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圆角矩形 14">
              <a:extLst>
                <a:ext uri="{FF2B5EF4-FFF2-40B4-BE49-F238E27FC236}">
                  <a16:creationId xmlns:a16="http://schemas.microsoft.com/office/drawing/2014/main" id="{37CC55FE-185C-FB4A-B275-EE29E579F83D}"/>
                </a:ext>
              </a:extLst>
            </p:cNvPr>
            <p:cNvSpPr/>
            <p:nvPr/>
          </p:nvSpPr>
          <p:spPr>
            <a:xfrm>
              <a:off x="2096740" y="977030"/>
              <a:ext cx="671511" cy="25052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323604A-6F67-B94D-9706-CDF6CB8B8140}"/>
                </a:ext>
              </a:extLst>
            </p:cNvPr>
            <p:cNvSpPr txBox="1"/>
            <p:nvPr/>
          </p:nvSpPr>
          <p:spPr>
            <a:xfrm>
              <a:off x="2077190" y="932984"/>
              <a:ext cx="70724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Client</a:t>
              </a:r>
              <a:endPara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9" name="直线连接符 18">
              <a:extLst>
                <a:ext uri="{FF2B5EF4-FFF2-40B4-BE49-F238E27FC236}">
                  <a16:creationId xmlns:a16="http://schemas.microsoft.com/office/drawing/2014/main" id="{1F6BA47A-B980-6942-A741-F513E36DF64F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 flipH="1">
              <a:off x="3885125" y="1227551"/>
              <a:ext cx="1192" cy="5400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线连接符 22">
              <a:extLst>
                <a:ext uri="{FF2B5EF4-FFF2-40B4-BE49-F238E27FC236}">
                  <a16:creationId xmlns:a16="http://schemas.microsoft.com/office/drawing/2014/main" id="{264E0675-51E9-CB42-8F7C-E0B5305C9FF6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 flipH="1">
              <a:off x="6601375" y="1224327"/>
              <a:ext cx="596" cy="5400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6E1ABDFF-3609-9640-ABCC-06A67D0D57A8}"/>
                </a:ext>
              </a:extLst>
            </p:cNvPr>
            <p:cNvCxnSpPr>
              <a:cxnSpLocks/>
              <a:stCxn id="15" idx="2"/>
            </p:cNvCxnSpPr>
            <p:nvPr/>
          </p:nvCxnSpPr>
          <p:spPr>
            <a:xfrm>
              <a:off x="2432496" y="1227551"/>
              <a:ext cx="0" cy="5400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线连接符 27">
              <a:extLst>
                <a:ext uri="{FF2B5EF4-FFF2-40B4-BE49-F238E27FC236}">
                  <a16:creationId xmlns:a16="http://schemas.microsoft.com/office/drawing/2014/main" id="{A319D683-A5BF-B243-9DA5-CDA37B973A44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>
              <a:off x="5262076" y="1230489"/>
              <a:ext cx="0" cy="5400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线连接符 28">
              <a:extLst>
                <a:ext uri="{FF2B5EF4-FFF2-40B4-BE49-F238E27FC236}">
                  <a16:creationId xmlns:a16="http://schemas.microsoft.com/office/drawing/2014/main" id="{59ADD6DE-4749-C542-8F4C-91E1B9FC45DE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 flipH="1">
              <a:off x="8022328" y="1217879"/>
              <a:ext cx="2076" cy="5400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线箭头连接符 32">
              <a:extLst>
                <a:ext uri="{FF2B5EF4-FFF2-40B4-BE49-F238E27FC236}">
                  <a16:creationId xmlns:a16="http://schemas.microsoft.com/office/drawing/2014/main" id="{A693DD36-AF62-0D48-9D2B-1DE06F49199B}"/>
                </a:ext>
              </a:extLst>
            </p:cNvPr>
            <p:cNvCxnSpPr>
              <a:cxnSpLocks/>
            </p:cNvCxnSpPr>
            <p:nvPr/>
          </p:nvCxnSpPr>
          <p:spPr>
            <a:xfrm>
              <a:off x="2547855" y="2035479"/>
              <a:ext cx="12223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AD8C2E7-C359-D349-AB2C-97B418F657E9}"/>
                </a:ext>
              </a:extLst>
            </p:cNvPr>
            <p:cNvSpPr/>
            <p:nvPr/>
          </p:nvSpPr>
          <p:spPr>
            <a:xfrm>
              <a:off x="2318071" y="1427967"/>
              <a:ext cx="229784" cy="8392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59726382-7C08-BE4E-A062-FA193B13262B}"/>
                </a:ext>
              </a:extLst>
            </p:cNvPr>
            <p:cNvGrpSpPr/>
            <p:nvPr/>
          </p:nvGrpSpPr>
          <p:grpSpPr>
            <a:xfrm>
              <a:off x="2390569" y="1427967"/>
              <a:ext cx="171568" cy="551145"/>
              <a:chOff x="3072847" y="2126673"/>
              <a:chExt cx="171568" cy="353480"/>
            </a:xfrm>
          </p:grpSpPr>
          <p:cxnSp>
            <p:nvCxnSpPr>
              <p:cNvPr id="36" name="肘形连接符 35">
                <a:extLst>
                  <a:ext uri="{FF2B5EF4-FFF2-40B4-BE49-F238E27FC236}">
                    <a16:creationId xmlns:a16="http://schemas.microsoft.com/office/drawing/2014/main" id="{19B02046-6846-4843-9000-AE927CE4FCDE}"/>
                  </a:ext>
                </a:extLst>
              </p:cNvPr>
              <p:cNvCxnSpPr>
                <a:cxnSpLocks/>
                <a:stCxn id="56" idx="7"/>
                <a:endCxn id="56" idx="5"/>
              </p:cNvCxnSpPr>
              <p:nvPr/>
            </p:nvCxnSpPr>
            <p:spPr>
              <a:xfrm>
                <a:off x="3231715" y="2206107"/>
                <a:ext cx="12700" cy="194612"/>
              </a:xfrm>
              <a:prstGeom prst="bentConnector3">
                <a:avLst>
                  <a:gd name="adj1" fmla="val 1800000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上下箭头 55">
                <a:extLst>
                  <a:ext uri="{FF2B5EF4-FFF2-40B4-BE49-F238E27FC236}">
                    <a16:creationId xmlns:a16="http://schemas.microsoft.com/office/drawing/2014/main" id="{88FDEBCD-9E46-8346-A7B9-E575F6DD6D27}"/>
                  </a:ext>
                </a:extLst>
              </p:cNvPr>
              <p:cNvSpPr/>
              <p:nvPr/>
            </p:nvSpPr>
            <p:spPr>
              <a:xfrm>
                <a:off x="3072847" y="2126673"/>
                <a:ext cx="158868" cy="353480"/>
              </a:xfrm>
              <a:prstGeom prst="upDownArrow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44061374-D0FB-1A43-91E5-FEB0F1969A9A}"/>
                </a:ext>
              </a:extLst>
            </p:cNvPr>
            <p:cNvSpPr txBox="1"/>
            <p:nvPr/>
          </p:nvSpPr>
          <p:spPr>
            <a:xfrm>
              <a:off x="2630655" y="2321479"/>
              <a:ext cx="12202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1.2 </a:t>
              </a:r>
              <a:r>
                <a:rPr kumimoji="1" lang="en-US" altLang="zh-CN" sz="11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PoES.Prove</a:t>
              </a:r>
              <a:endParaRPr kumimoji="1" lang="zh-CN" altLang="en-US" sz="11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169B9A15-C5D1-D24C-9C9F-F3E75F776C0D}"/>
                </a:ext>
              </a:extLst>
            </p:cNvPr>
            <p:cNvSpPr txBox="1"/>
            <p:nvPr/>
          </p:nvSpPr>
          <p:spPr>
            <a:xfrm>
              <a:off x="2807003" y="1823154"/>
              <a:ext cx="70884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50" dirty="0" err="1">
                  <a:latin typeface="Arial" panose="020B0604020202020204" pitchFamily="34" charset="0"/>
                  <a:cs typeface="Arial" panose="020B0604020202020204" pitchFamily="34" charset="0"/>
                </a:rPr>
                <a:t>DSN.Put</a:t>
              </a:r>
              <a:endParaRPr kumimoji="1" lang="zh-CN" altLang="en-US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54AD2726-D34F-5C44-B971-89BEA7F40B1B}"/>
                </a:ext>
              </a:extLst>
            </p:cNvPr>
            <p:cNvSpPr txBox="1"/>
            <p:nvPr/>
          </p:nvSpPr>
          <p:spPr>
            <a:xfrm>
              <a:off x="2745772" y="1578745"/>
              <a:ext cx="107112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50" dirty="0" err="1">
                  <a:latin typeface="Arial" panose="020B0604020202020204" pitchFamily="34" charset="0"/>
                  <a:cs typeface="Arial" panose="020B0604020202020204" pitchFamily="34" charset="0"/>
                </a:rPr>
                <a:t>RandomSelect</a:t>
              </a:r>
              <a:endParaRPr kumimoji="1" lang="zh-CN" altLang="en-US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3F3DEB84-8F52-B340-B714-7A98FD326B44}"/>
                </a:ext>
              </a:extLst>
            </p:cNvPr>
            <p:cNvSpPr/>
            <p:nvPr/>
          </p:nvSpPr>
          <p:spPr>
            <a:xfrm>
              <a:off x="3785156" y="2035479"/>
              <a:ext cx="229784" cy="8392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DF1AA617-7D15-0E4A-ACEC-E5A2C9E9BCA4}"/>
                </a:ext>
              </a:extLst>
            </p:cNvPr>
            <p:cNvSpPr txBox="1"/>
            <p:nvPr/>
          </p:nvSpPr>
          <p:spPr>
            <a:xfrm>
              <a:off x="1166663" y="1722380"/>
              <a:ext cx="121735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1.1 </a:t>
              </a:r>
              <a:r>
                <a:rPr kumimoji="1" lang="en-US" altLang="zh-CN" sz="11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PoES.Setup</a:t>
              </a:r>
              <a:endParaRPr kumimoji="1" lang="zh-CN" altLang="en-US" sz="11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CAEC0B86-0152-454D-96D2-E0B1F9E2AB4E}"/>
                </a:ext>
              </a:extLst>
            </p:cNvPr>
            <p:cNvGrpSpPr/>
            <p:nvPr/>
          </p:nvGrpSpPr>
          <p:grpSpPr>
            <a:xfrm>
              <a:off x="3865109" y="2060531"/>
              <a:ext cx="171568" cy="551145"/>
              <a:chOff x="3072847" y="2126673"/>
              <a:chExt cx="171568" cy="353480"/>
            </a:xfrm>
          </p:grpSpPr>
          <p:cxnSp>
            <p:nvCxnSpPr>
              <p:cNvPr id="71" name="肘形连接符 70">
                <a:extLst>
                  <a:ext uri="{FF2B5EF4-FFF2-40B4-BE49-F238E27FC236}">
                    <a16:creationId xmlns:a16="http://schemas.microsoft.com/office/drawing/2014/main" id="{3DFEEAD8-0E85-3844-848D-FA1F6628E276}"/>
                  </a:ext>
                </a:extLst>
              </p:cNvPr>
              <p:cNvCxnSpPr>
                <a:cxnSpLocks/>
                <a:stCxn id="72" idx="7"/>
                <a:endCxn id="72" idx="5"/>
              </p:cNvCxnSpPr>
              <p:nvPr/>
            </p:nvCxnSpPr>
            <p:spPr>
              <a:xfrm>
                <a:off x="3231715" y="2206107"/>
                <a:ext cx="12700" cy="194612"/>
              </a:xfrm>
              <a:prstGeom prst="bentConnector3">
                <a:avLst>
                  <a:gd name="adj1" fmla="val 1800000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上下箭头 71">
                <a:extLst>
                  <a:ext uri="{FF2B5EF4-FFF2-40B4-BE49-F238E27FC236}">
                    <a16:creationId xmlns:a16="http://schemas.microsoft.com/office/drawing/2014/main" id="{EFCE532D-E0B0-5847-AFC4-73384DCAA21D}"/>
                  </a:ext>
                </a:extLst>
              </p:cNvPr>
              <p:cNvSpPr/>
              <p:nvPr/>
            </p:nvSpPr>
            <p:spPr>
              <a:xfrm>
                <a:off x="3072847" y="2126673"/>
                <a:ext cx="158868" cy="353480"/>
              </a:xfrm>
              <a:prstGeom prst="upDownArrow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D53897F9-A804-C241-883C-C55ADE454F38}"/>
                    </a:ext>
                  </a:extLst>
                </p:cNvPr>
                <p:cNvSpPr txBox="1"/>
                <p:nvPr/>
              </p:nvSpPr>
              <p:spPr>
                <a:xfrm>
                  <a:off x="4230103" y="2128354"/>
                  <a:ext cx="1046248" cy="4154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sz="10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Store file</a:t>
                  </a:r>
                </a:p>
                <a:p>
                  <a:r>
                    <a:rPr kumimoji="1" lang="en-US" altLang="zh-CN" sz="10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Compute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105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10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POS</m:t>
                          </m:r>
                        </m:sub>
                      </m:sSub>
                    </m:oMath>
                  </a14:m>
                  <a:endParaRPr kumimoji="1" lang="zh-CN" altLang="en-US" sz="10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D53897F9-A804-C241-883C-C55ADE454F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0103" y="2128354"/>
                  <a:ext cx="1046248" cy="415498"/>
                </a:xfrm>
                <a:prstGeom prst="rect">
                  <a:avLst/>
                </a:prstGeom>
                <a:blipFill>
                  <a:blip r:embed="rId2"/>
                  <a:stretch>
                    <a:fillRect b="-88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直线箭头连接符 74">
              <a:extLst>
                <a:ext uri="{FF2B5EF4-FFF2-40B4-BE49-F238E27FC236}">
                  <a16:creationId xmlns:a16="http://schemas.microsoft.com/office/drawing/2014/main" id="{633BF92E-FDCC-1048-9EA7-99C359FB6E17}"/>
                </a:ext>
              </a:extLst>
            </p:cNvPr>
            <p:cNvCxnSpPr>
              <a:cxnSpLocks/>
            </p:cNvCxnSpPr>
            <p:nvPr/>
          </p:nvCxnSpPr>
          <p:spPr>
            <a:xfrm>
              <a:off x="4015918" y="2772716"/>
              <a:ext cx="12223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D4EC3F73-3D1C-8E4F-8EC4-9EDC5F9B8AE2}"/>
                    </a:ext>
                  </a:extLst>
                </p:cNvPr>
                <p:cNvSpPr txBox="1"/>
                <p:nvPr/>
              </p:nvSpPr>
              <p:spPr>
                <a:xfrm>
                  <a:off x="4144859" y="2543852"/>
                  <a:ext cx="964495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sz="10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Upload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105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10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POS</m:t>
                          </m:r>
                        </m:sub>
                      </m:sSub>
                    </m:oMath>
                  </a14:m>
                  <a:r>
                    <a:rPr kumimoji="1" lang="en-US" altLang="zh-CN" sz="10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endParaRPr kumimoji="1" lang="zh-CN" altLang="en-US" sz="10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D4EC3F73-3D1C-8E4F-8EC4-9EDC5F9B8A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4859" y="2543852"/>
                  <a:ext cx="964495" cy="253916"/>
                </a:xfrm>
                <a:prstGeom prst="rect">
                  <a:avLst/>
                </a:prstGeom>
                <a:blipFill>
                  <a:blip r:embed="rId3"/>
                  <a:stretch>
                    <a:fillRect b="-95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CA3391B8-6274-A143-B3B9-A560977BA56A}"/>
                </a:ext>
              </a:extLst>
            </p:cNvPr>
            <p:cNvSpPr txBox="1"/>
            <p:nvPr/>
          </p:nvSpPr>
          <p:spPr>
            <a:xfrm>
              <a:off x="2255127" y="3273655"/>
              <a:ext cx="159691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2.1 </a:t>
              </a:r>
              <a:r>
                <a:rPr kumimoji="1" lang="en-US" altLang="zh-CN" sz="11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PoES.CycleProve</a:t>
              </a:r>
              <a:endParaRPr kumimoji="1" lang="zh-CN" altLang="en-US" sz="11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8FE44F00-0362-8347-B8E1-1248F80A0B44}"/>
                </a:ext>
              </a:extLst>
            </p:cNvPr>
            <p:cNvSpPr/>
            <p:nvPr/>
          </p:nvSpPr>
          <p:spPr>
            <a:xfrm>
              <a:off x="5146062" y="3040709"/>
              <a:ext cx="229784" cy="8392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79" name="直线箭头连接符 78">
              <a:extLst>
                <a:ext uri="{FF2B5EF4-FFF2-40B4-BE49-F238E27FC236}">
                  <a16:creationId xmlns:a16="http://schemas.microsoft.com/office/drawing/2014/main" id="{1A30C89C-8F56-0C41-A2B3-4C1D777B15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3977" y="3040709"/>
              <a:ext cx="112208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FA6C0A08-534D-FA49-89D1-CACC04FC54CA}"/>
                </a:ext>
              </a:extLst>
            </p:cNvPr>
            <p:cNvSpPr/>
            <p:nvPr/>
          </p:nvSpPr>
          <p:spPr>
            <a:xfrm>
              <a:off x="3784739" y="3044089"/>
              <a:ext cx="229784" cy="8392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BF08A353-E7F5-DC49-98E1-96601C6C0985}"/>
                    </a:ext>
                  </a:extLst>
                </p:cNvPr>
                <p:cNvSpPr txBox="1"/>
                <p:nvPr/>
              </p:nvSpPr>
              <p:spPr>
                <a:xfrm>
                  <a:off x="4026190" y="2799466"/>
                  <a:ext cx="1221296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sz="10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Send challenge </a:t>
                  </a:r>
                  <a14:m>
                    <m:oMath xmlns:m="http://schemas.openxmlformats.org/officeDocument/2006/math">
                      <m:r>
                        <a:rPr kumimoji="1" lang="en-US" altLang="zh-CN" sz="105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𝑐</m:t>
                      </m:r>
                    </m:oMath>
                  </a14:m>
                  <a:endParaRPr kumimoji="1" lang="zh-CN" altLang="en-US" sz="10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BF08A353-E7F5-DC49-98E1-96601C6C09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6190" y="2799466"/>
                  <a:ext cx="1221296" cy="253916"/>
                </a:xfrm>
                <a:prstGeom prst="rect">
                  <a:avLst/>
                </a:prstGeom>
                <a:blipFill>
                  <a:blip r:embed="rId4"/>
                  <a:stretch>
                    <a:fillRect b="-95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3416CC61-C379-4948-A545-1390F332CD94}"/>
                    </a:ext>
                  </a:extLst>
                </p:cNvPr>
                <p:cNvSpPr txBox="1"/>
                <p:nvPr/>
              </p:nvSpPr>
              <p:spPr>
                <a:xfrm>
                  <a:off x="4158840" y="3291509"/>
                  <a:ext cx="1147237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sz="10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Compute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105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10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POST</m:t>
                          </m:r>
                        </m:sub>
                      </m:sSub>
                    </m:oMath>
                  </a14:m>
                  <a:r>
                    <a:rPr kumimoji="1" lang="en-US" altLang="zh-CN" sz="10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endParaRPr kumimoji="1" lang="zh-CN" altLang="en-US" sz="10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3416CC61-C379-4948-A545-1390F332CD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8840" y="3291509"/>
                  <a:ext cx="1147237" cy="253916"/>
                </a:xfrm>
                <a:prstGeom prst="rect">
                  <a:avLst/>
                </a:prstGeom>
                <a:blipFill>
                  <a:blip r:embed="rId5"/>
                  <a:stretch>
                    <a:fillRect b="-95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C0AE14B3-6557-4C42-83FA-3F5E1256E238}"/>
                </a:ext>
              </a:extLst>
            </p:cNvPr>
            <p:cNvGrpSpPr/>
            <p:nvPr/>
          </p:nvGrpSpPr>
          <p:grpSpPr>
            <a:xfrm>
              <a:off x="3852409" y="3149802"/>
              <a:ext cx="171568" cy="551145"/>
              <a:chOff x="3072847" y="2126673"/>
              <a:chExt cx="171568" cy="353480"/>
            </a:xfrm>
          </p:grpSpPr>
          <p:cxnSp>
            <p:nvCxnSpPr>
              <p:cNvPr id="89" name="肘形连接符 88">
                <a:extLst>
                  <a:ext uri="{FF2B5EF4-FFF2-40B4-BE49-F238E27FC236}">
                    <a16:creationId xmlns:a16="http://schemas.microsoft.com/office/drawing/2014/main" id="{2C64CB5B-2624-EC47-AC4E-362B9EB8997F}"/>
                  </a:ext>
                </a:extLst>
              </p:cNvPr>
              <p:cNvCxnSpPr>
                <a:cxnSpLocks/>
                <a:stCxn id="90" idx="7"/>
                <a:endCxn id="90" idx="5"/>
              </p:cNvCxnSpPr>
              <p:nvPr/>
            </p:nvCxnSpPr>
            <p:spPr>
              <a:xfrm>
                <a:off x="3231715" y="2206107"/>
                <a:ext cx="12700" cy="194612"/>
              </a:xfrm>
              <a:prstGeom prst="bentConnector3">
                <a:avLst>
                  <a:gd name="adj1" fmla="val 1800000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上下箭头 89">
                <a:extLst>
                  <a:ext uri="{FF2B5EF4-FFF2-40B4-BE49-F238E27FC236}">
                    <a16:creationId xmlns:a16="http://schemas.microsoft.com/office/drawing/2014/main" id="{4923BAD9-3853-3445-B6CE-C0C564A934E7}"/>
                  </a:ext>
                </a:extLst>
              </p:cNvPr>
              <p:cNvSpPr/>
              <p:nvPr/>
            </p:nvSpPr>
            <p:spPr>
              <a:xfrm>
                <a:off x="3072847" y="2126673"/>
                <a:ext cx="158868" cy="353480"/>
              </a:xfrm>
              <a:prstGeom prst="upDownArrow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cxnSp>
          <p:nvCxnSpPr>
            <p:cNvPr id="91" name="直线箭头连接符 90">
              <a:extLst>
                <a:ext uri="{FF2B5EF4-FFF2-40B4-BE49-F238E27FC236}">
                  <a16:creationId xmlns:a16="http://schemas.microsoft.com/office/drawing/2014/main" id="{AF4DE067-3A73-0347-949A-93BE6C436287}"/>
                </a:ext>
              </a:extLst>
            </p:cNvPr>
            <p:cNvCxnSpPr>
              <a:cxnSpLocks/>
            </p:cNvCxnSpPr>
            <p:nvPr/>
          </p:nvCxnSpPr>
          <p:spPr>
            <a:xfrm>
              <a:off x="4013624" y="3807163"/>
              <a:ext cx="113243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835646EC-EB3C-534B-A16A-B490C1E6A47F}"/>
                    </a:ext>
                  </a:extLst>
                </p:cNvPr>
                <p:cNvSpPr txBox="1"/>
                <p:nvPr/>
              </p:nvSpPr>
              <p:spPr>
                <a:xfrm>
                  <a:off x="4142565" y="3578299"/>
                  <a:ext cx="1028615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sz="10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Upload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105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10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POST</m:t>
                          </m:r>
                        </m:sub>
                      </m:sSub>
                    </m:oMath>
                  </a14:m>
                  <a:r>
                    <a:rPr kumimoji="1" lang="en-US" altLang="zh-CN" sz="10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endParaRPr kumimoji="1" lang="zh-CN" altLang="en-US" sz="10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835646EC-EB3C-534B-A16A-B490C1E6A4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565" y="3578299"/>
                  <a:ext cx="1028615" cy="253916"/>
                </a:xfrm>
                <a:prstGeom prst="rect">
                  <a:avLst/>
                </a:prstGeom>
                <a:blipFill>
                  <a:blip r:embed="rId6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83968D05-2D03-744E-87B2-B7D564BBAE2E}"/>
                </a:ext>
              </a:extLst>
            </p:cNvPr>
            <p:cNvGrpSpPr/>
            <p:nvPr/>
          </p:nvGrpSpPr>
          <p:grpSpPr>
            <a:xfrm>
              <a:off x="5201093" y="3988809"/>
              <a:ext cx="171568" cy="551145"/>
              <a:chOff x="3072847" y="2126673"/>
              <a:chExt cx="171568" cy="353480"/>
            </a:xfrm>
          </p:grpSpPr>
          <p:cxnSp>
            <p:nvCxnSpPr>
              <p:cNvPr id="95" name="肘形连接符 94">
                <a:extLst>
                  <a:ext uri="{FF2B5EF4-FFF2-40B4-BE49-F238E27FC236}">
                    <a16:creationId xmlns:a16="http://schemas.microsoft.com/office/drawing/2014/main" id="{2F57856A-B501-0B4C-A4D8-B62695107EE8}"/>
                  </a:ext>
                </a:extLst>
              </p:cNvPr>
              <p:cNvCxnSpPr>
                <a:cxnSpLocks/>
                <a:stCxn id="96" idx="7"/>
                <a:endCxn id="96" idx="5"/>
              </p:cNvCxnSpPr>
              <p:nvPr/>
            </p:nvCxnSpPr>
            <p:spPr>
              <a:xfrm>
                <a:off x="3231715" y="2206107"/>
                <a:ext cx="12700" cy="194612"/>
              </a:xfrm>
              <a:prstGeom prst="bentConnector3">
                <a:avLst>
                  <a:gd name="adj1" fmla="val 1800000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上下箭头 95">
                <a:extLst>
                  <a:ext uri="{FF2B5EF4-FFF2-40B4-BE49-F238E27FC236}">
                    <a16:creationId xmlns:a16="http://schemas.microsoft.com/office/drawing/2014/main" id="{4BBAFBB3-F2BA-874D-92A2-0B8701EF8DBE}"/>
                  </a:ext>
                </a:extLst>
              </p:cNvPr>
              <p:cNvSpPr/>
              <p:nvPr/>
            </p:nvSpPr>
            <p:spPr>
              <a:xfrm>
                <a:off x="3072847" y="2126673"/>
                <a:ext cx="158868" cy="353480"/>
              </a:xfrm>
              <a:prstGeom prst="upDownArrow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8532551E-F74D-7448-B68B-7DD2BCC1B5FD}"/>
                </a:ext>
              </a:extLst>
            </p:cNvPr>
            <p:cNvSpPr txBox="1"/>
            <p:nvPr/>
          </p:nvSpPr>
          <p:spPr>
            <a:xfrm>
              <a:off x="3993441" y="4128114"/>
              <a:ext cx="121860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2.2 </a:t>
              </a:r>
              <a:r>
                <a:rPr kumimoji="1" lang="en-US" altLang="zh-CN" sz="11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PoES.Verify</a:t>
              </a:r>
              <a:endParaRPr kumimoji="1" lang="zh-CN" altLang="en-US" sz="11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75A771EB-4CED-284B-8C90-0F23F5C5CFAF}"/>
                </a:ext>
              </a:extLst>
            </p:cNvPr>
            <p:cNvSpPr/>
            <p:nvPr/>
          </p:nvSpPr>
          <p:spPr>
            <a:xfrm>
              <a:off x="5147477" y="4032824"/>
              <a:ext cx="225985" cy="54079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5757A155-96A9-9949-94A8-F60351878A19}"/>
                </a:ext>
              </a:extLst>
            </p:cNvPr>
            <p:cNvSpPr/>
            <p:nvPr/>
          </p:nvSpPr>
          <p:spPr>
            <a:xfrm>
              <a:off x="3779808" y="4786575"/>
              <a:ext cx="229784" cy="16978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00" name="组合 99">
              <a:extLst>
                <a:ext uri="{FF2B5EF4-FFF2-40B4-BE49-F238E27FC236}">
                  <a16:creationId xmlns:a16="http://schemas.microsoft.com/office/drawing/2014/main" id="{92E42760-DE88-3C49-83C2-A60D21924CDA}"/>
                </a:ext>
              </a:extLst>
            </p:cNvPr>
            <p:cNvGrpSpPr/>
            <p:nvPr/>
          </p:nvGrpSpPr>
          <p:grpSpPr>
            <a:xfrm>
              <a:off x="6565918" y="5377437"/>
              <a:ext cx="171568" cy="551145"/>
              <a:chOff x="3072847" y="2126673"/>
              <a:chExt cx="171568" cy="353480"/>
            </a:xfrm>
          </p:grpSpPr>
          <p:cxnSp>
            <p:nvCxnSpPr>
              <p:cNvPr id="101" name="肘形连接符 100">
                <a:extLst>
                  <a:ext uri="{FF2B5EF4-FFF2-40B4-BE49-F238E27FC236}">
                    <a16:creationId xmlns:a16="http://schemas.microsoft.com/office/drawing/2014/main" id="{0736BE67-274F-1A4A-8A94-FA7232E98873}"/>
                  </a:ext>
                </a:extLst>
              </p:cNvPr>
              <p:cNvCxnSpPr>
                <a:cxnSpLocks/>
                <a:stCxn id="102" idx="7"/>
                <a:endCxn id="102" idx="5"/>
              </p:cNvCxnSpPr>
              <p:nvPr/>
            </p:nvCxnSpPr>
            <p:spPr>
              <a:xfrm>
                <a:off x="3231715" y="2206107"/>
                <a:ext cx="12700" cy="194612"/>
              </a:xfrm>
              <a:prstGeom prst="bentConnector3">
                <a:avLst>
                  <a:gd name="adj1" fmla="val 1800000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上下箭头 101">
                <a:extLst>
                  <a:ext uri="{FF2B5EF4-FFF2-40B4-BE49-F238E27FC236}">
                    <a16:creationId xmlns:a16="http://schemas.microsoft.com/office/drawing/2014/main" id="{ACD0A7C9-B5BA-B544-8C33-ADBFB02B695D}"/>
                  </a:ext>
                </a:extLst>
              </p:cNvPr>
              <p:cNvSpPr/>
              <p:nvPr/>
            </p:nvSpPr>
            <p:spPr>
              <a:xfrm>
                <a:off x="3072847" y="2126673"/>
                <a:ext cx="158868" cy="353480"/>
              </a:xfrm>
              <a:prstGeom prst="upDownArrow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8375175C-4154-4D4A-9AA5-05461465BCD8}"/>
                </a:ext>
              </a:extLst>
            </p:cNvPr>
            <p:cNvSpPr txBox="1"/>
            <p:nvPr/>
          </p:nvSpPr>
          <p:spPr>
            <a:xfrm>
              <a:off x="2431616" y="4707932"/>
              <a:ext cx="142218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3.1 </a:t>
              </a:r>
              <a:r>
                <a:rPr kumimoji="1" lang="en-US" altLang="zh-CN" sz="11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Rollup.Prepare</a:t>
              </a:r>
              <a:endParaRPr kumimoji="1" lang="zh-CN" altLang="en-US" sz="11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5" name="直线箭头连接符 104">
              <a:extLst>
                <a:ext uri="{FF2B5EF4-FFF2-40B4-BE49-F238E27FC236}">
                  <a16:creationId xmlns:a16="http://schemas.microsoft.com/office/drawing/2014/main" id="{E69BD645-5EDA-8048-8D91-67F2C6849B63}"/>
                </a:ext>
              </a:extLst>
            </p:cNvPr>
            <p:cNvCxnSpPr>
              <a:cxnSpLocks/>
            </p:cNvCxnSpPr>
            <p:nvPr/>
          </p:nvCxnSpPr>
          <p:spPr>
            <a:xfrm>
              <a:off x="4013624" y="4788090"/>
              <a:ext cx="24865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0BA348DF-8891-0B4B-A87B-096C4FE0D0FF}"/>
                </a:ext>
              </a:extLst>
            </p:cNvPr>
            <p:cNvSpPr txBox="1"/>
            <p:nvPr/>
          </p:nvSpPr>
          <p:spPr>
            <a:xfrm>
              <a:off x="4835011" y="4577224"/>
              <a:ext cx="80021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50" dirty="0">
                  <a:latin typeface="Arial" panose="020B0604020202020204" pitchFamily="34" charset="0"/>
                  <a:cs typeface="Arial" panose="020B0604020202020204" pitchFamily="34" charset="0"/>
                </a:rPr>
                <a:t>Send data</a:t>
              </a:r>
              <a:endParaRPr kumimoji="1" lang="zh-CN" altLang="en-US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5B03786D-3179-0E41-8C2F-E505AB1297A4}"/>
                </a:ext>
              </a:extLst>
            </p:cNvPr>
            <p:cNvSpPr/>
            <p:nvPr/>
          </p:nvSpPr>
          <p:spPr>
            <a:xfrm>
              <a:off x="6500176" y="4791237"/>
              <a:ext cx="229784" cy="16512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603CCDB3-31AD-8640-A4F9-EA7F97753C63}"/>
                    </a:ext>
                  </a:extLst>
                </p:cNvPr>
                <p:cNvSpPr txBox="1"/>
                <p:nvPr/>
              </p:nvSpPr>
              <p:spPr>
                <a:xfrm>
                  <a:off x="4805109" y="4905983"/>
                  <a:ext cx="898772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sz="10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Fetch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en-US" altLang="zh-CN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zh-CN" sz="10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105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zh-CN" sz="105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POST</m:t>
                              </m:r>
                            </m:sub>
                          </m:sSub>
                        </m:e>
                      </m:acc>
                    </m:oMath>
                  </a14:m>
                  <a:endParaRPr kumimoji="1" lang="zh-CN" altLang="en-US" sz="10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603CCDB3-31AD-8640-A4F9-EA7F97753C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5109" y="4905983"/>
                  <a:ext cx="898772" cy="253916"/>
                </a:xfrm>
                <a:prstGeom prst="rect">
                  <a:avLst/>
                </a:prstGeom>
                <a:blipFill>
                  <a:blip r:embed="rId7"/>
                  <a:stretch>
                    <a:fillRect b="-119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2" name="直线箭头连接符 111">
              <a:extLst>
                <a:ext uri="{FF2B5EF4-FFF2-40B4-BE49-F238E27FC236}">
                  <a16:creationId xmlns:a16="http://schemas.microsoft.com/office/drawing/2014/main" id="{A99982AA-E9E2-564A-8619-E1E4DA32FBC3}"/>
                </a:ext>
              </a:extLst>
            </p:cNvPr>
            <p:cNvCxnSpPr>
              <a:cxnSpLocks/>
            </p:cNvCxnSpPr>
            <p:nvPr/>
          </p:nvCxnSpPr>
          <p:spPr>
            <a:xfrm>
              <a:off x="4004210" y="5134643"/>
              <a:ext cx="248655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D129323B-D937-3C4D-A162-DB43D96AD9EE}"/>
                    </a:ext>
                  </a:extLst>
                </p:cNvPr>
                <p:cNvSpPr txBox="1"/>
                <p:nvPr/>
              </p:nvSpPr>
              <p:spPr>
                <a:xfrm>
                  <a:off x="6907281" y="5526051"/>
                  <a:ext cx="1148841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sz="10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Compute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105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10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ROLL</m:t>
                          </m:r>
                        </m:sub>
                      </m:sSub>
                    </m:oMath>
                  </a14:m>
                  <a:r>
                    <a:rPr kumimoji="1" lang="en-US" altLang="zh-CN" sz="10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endParaRPr kumimoji="1" lang="zh-CN" altLang="en-US" sz="10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D129323B-D937-3C4D-A162-DB43D96AD9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7281" y="5526051"/>
                  <a:ext cx="1148841" cy="253916"/>
                </a:xfrm>
                <a:prstGeom prst="rect">
                  <a:avLst/>
                </a:prstGeom>
                <a:blipFill>
                  <a:blip r:embed="rId8"/>
                  <a:stretch>
                    <a:fillRect b="-95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4EE8637D-F68D-1C41-93F7-40DBB99052E9}"/>
                </a:ext>
              </a:extLst>
            </p:cNvPr>
            <p:cNvSpPr txBox="1"/>
            <p:nvPr/>
          </p:nvSpPr>
          <p:spPr>
            <a:xfrm>
              <a:off x="5191096" y="5128850"/>
              <a:ext cx="13660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3.2 </a:t>
              </a:r>
              <a:r>
                <a:rPr kumimoji="1" lang="en-US" altLang="zh-CN" sz="11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Rollup.Collect</a:t>
              </a:r>
              <a:endParaRPr kumimoji="1" lang="zh-CN" altLang="en-US" sz="11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3B79DFD8-7D25-2F4F-A6F4-1D3984288F3B}"/>
                </a:ext>
              </a:extLst>
            </p:cNvPr>
            <p:cNvSpPr/>
            <p:nvPr/>
          </p:nvSpPr>
          <p:spPr>
            <a:xfrm>
              <a:off x="6505757" y="5014701"/>
              <a:ext cx="229784" cy="37547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6235DD8A-7D38-8741-9A3A-3F74CD2C3590}"/>
                </a:ext>
              </a:extLst>
            </p:cNvPr>
            <p:cNvSpPr/>
            <p:nvPr/>
          </p:nvSpPr>
          <p:spPr>
            <a:xfrm>
              <a:off x="6507702" y="5479236"/>
              <a:ext cx="229784" cy="37547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8FBAC281-C148-1540-88B6-1D9E9006EB18}"/>
                </a:ext>
              </a:extLst>
            </p:cNvPr>
            <p:cNvSpPr txBox="1"/>
            <p:nvPr/>
          </p:nvSpPr>
          <p:spPr>
            <a:xfrm>
              <a:off x="4978573" y="5482648"/>
              <a:ext cx="159530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3.3 </a:t>
              </a:r>
              <a:r>
                <a:rPr kumimoji="1" lang="en-US" altLang="zh-CN" sz="11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Rollup.Aggregate</a:t>
              </a:r>
              <a:endParaRPr kumimoji="1" lang="zh-CN" altLang="en-US" sz="11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51083D19-2549-1141-A61A-BC1309DB4CD4}"/>
                </a:ext>
              </a:extLst>
            </p:cNvPr>
            <p:cNvSpPr/>
            <p:nvPr/>
          </p:nvSpPr>
          <p:spPr>
            <a:xfrm>
              <a:off x="3775499" y="5020608"/>
              <a:ext cx="229784" cy="37547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19" name="直线箭头连接符 118">
              <a:extLst>
                <a:ext uri="{FF2B5EF4-FFF2-40B4-BE49-F238E27FC236}">
                  <a16:creationId xmlns:a16="http://schemas.microsoft.com/office/drawing/2014/main" id="{FDE129BC-9D87-DA47-A8D2-FD636A39B4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6351" y="5854710"/>
              <a:ext cx="121839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FE85FC5E-60D5-3D42-B265-08C996C12635}"/>
                    </a:ext>
                  </a:extLst>
                </p:cNvPr>
                <p:cNvSpPr txBox="1"/>
                <p:nvPr/>
              </p:nvSpPr>
              <p:spPr>
                <a:xfrm>
                  <a:off x="5414799" y="5642059"/>
                  <a:ext cx="1030218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sz="10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Upload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105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10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ROLL</m:t>
                          </m:r>
                        </m:sub>
                      </m:sSub>
                    </m:oMath>
                  </a14:m>
                  <a:r>
                    <a:rPr kumimoji="1" lang="en-US" altLang="zh-CN" sz="10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endParaRPr kumimoji="1" lang="zh-CN" altLang="en-US" sz="10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FE85FC5E-60D5-3D42-B265-08C996C126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4799" y="5642059"/>
                  <a:ext cx="1030218" cy="253916"/>
                </a:xfrm>
                <a:prstGeom prst="rect">
                  <a:avLst/>
                </a:prstGeom>
                <a:blipFill>
                  <a:blip r:embed="rId9"/>
                  <a:stretch>
                    <a:fillRect b="-95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8402B8AF-F8C8-EA44-BD6A-8F7F0238C51E}"/>
                </a:ext>
              </a:extLst>
            </p:cNvPr>
            <p:cNvSpPr txBox="1"/>
            <p:nvPr/>
          </p:nvSpPr>
          <p:spPr>
            <a:xfrm>
              <a:off x="2889349" y="5727752"/>
              <a:ext cx="72327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50" dirty="0" err="1">
                  <a:latin typeface="Arial" panose="020B0604020202020204" pitchFamily="34" charset="0"/>
                  <a:cs typeface="Arial" panose="020B0604020202020204" pitchFamily="34" charset="0"/>
                </a:rPr>
                <a:t>DSN.Get</a:t>
              </a:r>
              <a:endParaRPr kumimoji="1" lang="zh-CN" altLang="en-US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37" name="组合 136">
              <a:extLst>
                <a:ext uri="{FF2B5EF4-FFF2-40B4-BE49-F238E27FC236}">
                  <a16:creationId xmlns:a16="http://schemas.microsoft.com/office/drawing/2014/main" id="{42C39554-B1F5-3746-B3AE-21E1AEAA84B8}"/>
                </a:ext>
              </a:extLst>
            </p:cNvPr>
            <p:cNvGrpSpPr/>
            <p:nvPr/>
          </p:nvGrpSpPr>
          <p:grpSpPr>
            <a:xfrm>
              <a:off x="1513248" y="5913475"/>
              <a:ext cx="6509080" cy="551145"/>
              <a:chOff x="1513248" y="2901929"/>
              <a:chExt cx="6509080" cy="551145"/>
            </a:xfrm>
          </p:grpSpPr>
          <p:cxnSp>
            <p:nvCxnSpPr>
              <p:cNvPr id="122" name="直线箭头连接符 121">
                <a:extLst>
                  <a:ext uri="{FF2B5EF4-FFF2-40B4-BE49-F238E27FC236}">
                    <a16:creationId xmlns:a16="http://schemas.microsoft.com/office/drawing/2014/main" id="{A306663D-1145-5A4E-B3FF-3EE7BFB9D0CB}"/>
                  </a:ext>
                </a:extLst>
              </p:cNvPr>
              <p:cNvCxnSpPr>
                <a:cxnSpLocks/>
                <a:stCxn id="124" idx="0"/>
              </p:cNvCxnSpPr>
              <p:nvPr/>
            </p:nvCxnSpPr>
            <p:spPr>
              <a:xfrm flipV="1">
                <a:off x="2430029" y="2945101"/>
                <a:ext cx="5592299" cy="176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BFA3219B-E4D9-FB4F-B0D0-E7DBC848F7D6}"/>
                  </a:ext>
                </a:extLst>
              </p:cNvPr>
              <p:cNvSpPr/>
              <p:nvPr/>
            </p:nvSpPr>
            <p:spPr>
              <a:xfrm>
                <a:off x="2318071" y="2946863"/>
                <a:ext cx="223916" cy="46598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FE6D8EA6-149A-1941-A37C-D5FF3F8711FA}"/>
                  </a:ext>
                </a:extLst>
              </p:cNvPr>
              <p:cNvSpPr txBox="1"/>
              <p:nvPr/>
            </p:nvSpPr>
            <p:spPr>
              <a:xfrm>
                <a:off x="1513248" y="3009147"/>
                <a:ext cx="85792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1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4 Retrieve</a:t>
                </a:r>
                <a:endParaRPr kumimoji="1" lang="zh-CN" altLang="en-US" sz="11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31" name="组合 130">
                <a:extLst>
                  <a:ext uri="{FF2B5EF4-FFF2-40B4-BE49-F238E27FC236}">
                    <a16:creationId xmlns:a16="http://schemas.microsoft.com/office/drawing/2014/main" id="{36B53DBA-2EE2-664F-A0BF-7C642ACE7DCC}"/>
                  </a:ext>
                </a:extLst>
              </p:cNvPr>
              <p:cNvGrpSpPr/>
              <p:nvPr/>
            </p:nvGrpSpPr>
            <p:grpSpPr>
              <a:xfrm>
                <a:off x="2384179" y="2901929"/>
                <a:ext cx="171568" cy="551145"/>
                <a:chOff x="3072847" y="2126673"/>
                <a:chExt cx="171568" cy="353480"/>
              </a:xfrm>
            </p:grpSpPr>
            <p:cxnSp>
              <p:nvCxnSpPr>
                <p:cNvPr id="132" name="肘形连接符 131">
                  <a:extLst>
                    <a:ext uri="{FF2B5EF4-FFF2-40B4-BE49-F238E27FC236}">
                      <a16:creationId xmlns:a16="http://schemas.microsoft.com/office/drawing/2014/main" id="{A7E5BADB-5C07-6E4D-988D-D3D53CE6D3A8}"/>
                    </a:ext>
                  </a:extLst>
                </p:cNvPr>
                <p:cNvCxnSpPr>
                  <a:cxnSpLocks/>
                  <a:stCxn id="133" idx="7"/>
                  <a:endCxn id="133" idx="5"/>
                </p:cNvCxnSpPr>
                <p:nvPr/>
              </p:nvCxnSpPr>
              <p:spPr>
                <a:xfrm>
                  <a:off x="3231715" y="2206107"/>
                  <a:ext cx="12700" cy="194612"/>
                </a:xfrm>
                <a:prstGeom prst="bentConnector3">
                  <a:avLst>
                    <a:gd name="adj1" fmla="val 1800000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3" name="上下箭头 132">
                  <a:extLst>
                    <a:ext uri="{FF2B5EF4-FFF2-40B4-BE49-F238E27FC236}">
                      <a16:creationId xmlns:a16="http://schemas.microsoft.com/office/drawing/2014/main" id="{D4EF1956-982F-7A4E-A843-54F433271CE8}"/>
                    </a:ext>
                  </a:extLst>
                </p:cNvPr>
                <p:cNvSpPr/>
                <p:nvPr/>
              </p:nvSpPr>
              <p:spPr>
                <a:xfrm>
                  <a:off x="3072847" y="2126673"/>
                  <a:ext cx="158868" cy="353480"/>
                </a:xfrm>
                <a:prstGeom prst="upDownArrow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AE679656-9BD9-4341-BC5F-34D8F7CEDC26}"/>
                  </a:ext>
                </a:extLst>
              </p:cNvPr>
              <p:cNvSpPr txBox="1"/>
              <p:nvPr/>
            </p:nvSpPr>
            <p:spPr>
              <a:xfrm>
                <a:off x="2715270" y="3048922"/>
                <a:ext cx="109196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050" dirty="0">
                    <a:latin typeface="Arial" panose="020B0604020202020204" pitchFamily="34" charset="0"/>
                    <a:cs typeface="Arial" panose="020B0604020202020204" pitchFamily="34" charset="0"/>
                  </a:rPr>
                  <a:t>Dec &amp; Recover</a:t>
                </a:r>
                <a:endParaRPr kumimoji="1" lang="zh-CN" altLang="en-US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05266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86C7756F-8302-FB15-C664-2DC701D009B4}"/>
              </a:ext>
            </a:extLst>
          </p:cNvPr>
          <p:cNvSpPr/>
          <p:nvPr/>
        </p:nvSpPr>
        <p:spPr>
          <a:xfrm>
            <a:off x="8601497" y="2858220"/>
            <a:ext cx="1821600" cy="762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580B135-3599-9C05-BFB9-DEF9EE2F280C}"/>
              </a:ext>
            </a:extLst>
          </p:cNvPr>
          <p:cNvSpPr/>
          <p:nvPr/>
        </p:nvSpPr>
        <p:spPr>
          <a:xfrm>
            <a:off x="6652261" y="3794029"/>
            <a:ext cx="1821600" cy="762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2E80F2-C289-127F-9856-F97892EC2AD0}"/>
              </a:ext>
            </a:extLst>
          </p:cNvPr>
          <p:cNvSpPr/>
          <p:nvPr/>
        </p:nvSpPr>
        <p:spPr>
          <a:xfrm>
            <a:off x="1659468" y="719666"/>
            <a:ext cx="8932332" cy="13620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D6677D-F80A-5B4C-4003-402F0F1799B5}"/>
              </a:ext>
            </a:extLst>
          </p:cNvPr>
          <p:cNvSpPr/>
          <p:nvPr/>
        </p:nvSpPr>
        <p:spPr>
          <a:xfrm>
            <a:off x="1659469" y="2701982"/>
            <a:ext cx="4131734" cy="200759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369836-18BC-4405-2EE9-C3378E168810}"/>
              </a:ext>
            </a:extLst>
          </p:cNvPr>
          <p:cNvSpPr/>
          <p:nvPr/>
        </p:nvSpPr>
        <p:spPr>
          <a:xfrm>
            <a:off x="6460067" y="2697178"/>
            <a:ext cx="4131734" cy="2007594"/>
          </a:xfrm>
          <a:prstGeom prst="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8" name="Rectangle 164">
            <a:extLst>
              <a:ext uri="{FF2B5EF4-FFF2-40B4-BE49-F238E27FC236}">
                <a16:creationId xmlns:a16="http://schemas.microsoft.com/office/drawing/2014/main" id="{9C4C194F-9369-205F-65FA-D338FB9B108F}"/>
              </a:ext>
            </a:extLst>
          </p:cNvPr>
          <p:cNvSpPr/>
          <p:nvPr/>
        </p:nvSpPr>
        <p:spPr>
          <a:xfrm>
            <a:off x="8589802" y="1720194"/>
            <a:ext cx="2008293" cy="369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799" b="1" dirty="0"/>
              <a:t>Public Service</a:t>
            </a:r>
            <a:endParaRPr lang="en-CN" sz="1799" dirty="0"/>
          </a:p>
        </p:txBody>
      </p:sp>
      <p:sp>
        <p:nvSpPr>
          <p:cNvPr id="9" name="Rectangle 164">
            <a:extLst>
              <a:ext uri="{FF2B5EF4-FFF2-40B4-BE49-F238E27FC236}">
                <a16:creationId xmlns:a16="http://schemas.microsoft.com/office/drawing/2014/main" id="{0161B323-7201-04BD-1BA3-44A4517040E9}"/>
              </a:ext>
            </a:extLst>
          </p:cNvPr>
          <p:cNvSpPr/>
          <p:nvPr/>
        </p:nvSpPr>
        <p:spPr>
          <a:xfrm>
            <a:off x="4339047" y="4340372"/>
            <a:ext cx="1451269" cy="369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799" b="1" dirty="0"/>
              <a:t>Client</a:t>
            </a:r>
            <a:endParaRPr lang="en-CN" sz="1799" dirty="0"/>
          </a:p>
        </p:txBody>
      </p:sp>
      <p:sp>
        <p:nvSpPr>
          <p:cNvPr id="10" name="Rectangle 164">
            <a:extLst>
              <a:ext uri="{FF2B5EF4-FFF2-40B4-BE49-F238E27FC236}">
                <a16:creationId xmlns:a16="http://schemas.microsoft.com/office/drawing/2014/main" id="{612DE1BC-F088-6CE2-BFA9-1FF36A5F0176}"/>
              </a:ext>
            </a:extLst>
          </p:cNvPr>
          <p:cNvSpPr/>
          <p:nvPr/>
        </p:nvSpPr>
        <p:spPr>
          <a:xfrm>
            <a:off x="8606375" y="4313670"/>
            <a:ext cx="1987975" cy="369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799" b="1" dirty="0"/>
              <a:t> Miner</a:t>
            </a:r>
            <a:endParaRPr lang="en-CN" sz="1799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167A23-5DD4-383B-A687-6E97C07F72E0}"/>
              </a:ext>
            </a:extLst>
          </p:cNvPr>
          <p:cNvSpPr/>
          <p:nvPr/>
        </p:nvSpPr>
        <p:spPr>
          <a:xfrm>
            <a:off x="1862665" y="863613"/>
            <a:ext cx="1821600" cy="762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CDF7E1-279F-EF2E-50D5-EC0835DA716A}"/>
              </a:ext>
            </a:extLst>
          </p:cNvPr>
          <p:cNvSpPr/>
          <p:nvPr/>
        </p:nvSpPr>
        <p:spPr>
          <a:xfrm>
            <a:off x="4071200" y="863613"/>
            <a:ext cx="1821600" cy="762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74C1DB9-1F3B-FEA0-884B-F67395AE7145}"/>
              </a:ext>
            </a:extLst>
          </p:cNvPr>
          <p:cNvSpPr/>
          <p:nvPr/>
        </p:nvSpPr>
        <p:spPr>
          <a:xfrm>
            <a:off x="6317232" y="863613"/>
            <a:ext cx="1821600" cy="762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C710CC9-D2D3-6F27-B8F5-A67DBFA3575E}"/>
              </a:ext>
            </a:extLst>
          </p:cNvPr>
          <p:cNvSpPr/>
          <p:nvPr/>
        </p:nvSpPr>
        <p:spPr>
          <a:xfrm>
            <a:off x="8577792" y="863613"/>
            <a:ext cx="1820546" cy="762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62334B9-40C5-4993-E92E-A304BB0C2D84}"/>
              </a:ext>
            </a:extLst>
          </p:cNvPr>
          <p:cNvSpPr txBox="1"/>
          <p:nvPr/>
        </p:nvSpPr>
        <p:spPr>
          <a:xfrm>
            <a:off x="1956434" y="1073023"/>
            <a:ext cx="163406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b="1" dirty="0">
                <a:solidFill>
                  <a:schemeClr val="bg1"/>
                </a:solidFill>
              </a:rPr>
              <a:t>Consensus</a:t>
            </a:r>
            <a:endParaRPr lang="zh-CN" altLang="en-US" sz="1799" b="1" dirty="0">
              <a:solidFill>
                <a:schemeClr val="bg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08011D8-A5CB-0FF4-5268-68478DF9E720}"/>
              </a:ext>
            </a:extLst>
          </p:cNvPr>
          <p:cNvSpPr txBox="1"/>
          <p:nvPr/>
        </p:nvSpPr>
        <p:spPr>
          <a:xfrm>
            <a:off x="4141258" y="921448"/>
            <a:ext cx="1634068" cy="646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b="1" dirty="0">
                <a:solidFill>
                  <a:schemeClr val="bg1"/>
                </a:solidFill>
              </a:rPr>
              <a:t>Node Authentication</a:t>
            </a:r>
            <a:endParaRPr lang="zh-CN" altLang="en-US" sz="1799" b="1" dirty="0">
              <a:solidFill>
                <a:schemeClr val="bg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865D8C1-51B1-A307-2CA4-EE16811498ED}"/>
              </a:ext>
            </a:extLst>
          </p:cNvPr>
          <p:cNvSpPr txBox="1"/>
          <p:nvPr/>
        </p:nvSpPr>
        <p:spPr>
          <a:xfrm>
            <a:off x="6411001" y="1059949"/>
            <a:ext cx="163406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b="1" dirty="0">
                <a:solidFill>
                  <a:schemeClr val="bg1"/>
                </a:solidFill>
              </a:rPr>
              <a:t>Message Pool</a:t>
            </a:r>
            <a:endParaRPr lang="zh-CN" altLang="en-US" sz="1799" b="1" dirty="0">
              <a:solidFill>
                <a:schemeClr val="bg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671DEC5-7A1D-E843-2CB4-5053B814DF3C}"/>
              </a:ext>
            </a:extLst>
          </p:cNvPr>
          <p:cNvSpPr txBox="1"/>
          <p:nvPr/>
        </p:nvSpPr>
        <p:spPr>
          <a:xfrm>
            <a:off x="8671031" y="1071759"/>
            <a:ext cx="163406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b="1" dirty="0">
                <a:solidFill>
                  <a:schemeClr val="bg1"/>
                </a:solidFill>
              </a:rPr>
              <a:t>Gateway</a:t>
            </a:r>
            <a:endParaRPr lang="zh-CN" altLang="en-US" sz="1799" b="1" dirty="0">
              <a:solidFill>
                <a:schemeClr val="bg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25DAFF9-1DB0-1FC3-2927-46EE4180548F}"/>
              </a:ext>
            </a:extLst>
          </p:cNvPr>
          <p:cNvSpPr/>
          <p:nvPr/>
        </p:nvSpPr>
        <p:spPr>
          <a:xfrm>
            <a:off x="6652261" y="2858220"/>
            <a:ext cx="1821600" cy="762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FE66C63-CC93-595F-E99D-3547D33156C6}"/>
              </a:ext>
            </a:extLst>
          </p:cNvPr>
          <p:cNvSpPr txBox="1"/>
          <p:nvPr/>
        </p:nvSpPr>
        <p:spPr>
          <a:xfrm>
            <a:off x="6517429" y="2959594"/>
            <a:ext cx="209126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b="1" dirty="0">
                <a:solidFill>
                  <a:schemeClr val="bg1"/>
                </a:solidFill>
              </a:rPr>
              <a:t>Storage Miner</a:t>
            </a:r>
          </a:p>
          <a:p>
            <a:pPr algn="ctr"/>
            <a:r>
              <a:rPr lang="en-US" altLang="zh-CN" sz="1201" b="1" dirty="0">
                <a:solidFill>
                  <a:schemeClr val="bg1"/>
                </a:solidFill>
              </a:rPr>
              <a:t>[1200LOC]</a:t>
            </a:r>
            <a:endParaRPr lang="zh-CN" altLang="en-US" sz="1201" b="1" dirty="0">
              <a:solidFill>
                <a:schemeClr val="bg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616D85B-4077-65E3-0291-F2E17A7F962C}"/>
              </a:ext>
            </a:extLst>
          </p:cNvPr>
          <p:cNvSpPr txBox="1"/>
          <p:nvPr/>
        </p:nvSpPr>
        <p:spPr>
          <a:xfrm>
            <a:off x="6746029" y="3897906"/>
            <a:ext cx="16340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b="1" dirty="0">
                <a:solidFill>
                  <a:schemeClr val="bg1"/>
                </a:solidFill>
              </a:rPr>
              <a:t>Rollup Miner</a:t>
            </a:r>
          </a:p>
          <a:p>
            <a:pPr algn="ctr"/>
            <a:r>
              <a:rPr lang="en-US" altLang="zh-CN" sz="1201" b="1" dirty="0">
                <a:solidFill>
                  <a:schemeClr val="bg1"/>
                </a:solidFill>
              </a:rPr>
              <a:t>[1050LOC]</a:t>
            </a:r>
            <a:endParaRPr lang="zh-CN" altLang="en-US" sz="1201" b="1" dirty="0">
              <a:solidFill>
                <a:schemeClr val="bg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F4EEF09-E9B1-FC6C-E354-0EE3F0D735A9}"/>
              </a:ext>
            </a:extLst>
          </p:cNvPr>
          <p:cNvSpPr txBox="1"/>
          <p:nvPr/>
        </p:nvSpPr>
        <p:spPr>
          <a:xfrm>
            <a:off x="8601159" y="2942150"/>
            <a:ext cx="1821599" cy="55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b="1" dirty="0">
                <a:solidFill>
                  <a:schemeClr val="bg1"/>
                </a:solidFill>
              </a:rPr>
              <a:t>Retrieval Miner</a:t>
            </a:r>
          </a:p>
          <a:p>
            <a:pPr algn="ctr"/>
            <a:r>
              <a:rPr lang="en-US" altLang="zh-CN" sz="1200" b="1" dirty="0">
                <a:solidFill>
                  <a:schemeClr val="bg1"/>
                </a:solidFill>
              </a:rPr>
              <a:t>[400LOC] 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B2B2B378-DE4A-8FD0-A2A5-7FEC343D2FA8}"/>
              </a:ext>
            </a:extLst>
          </p:cNvPr>
          <p:cNvCxnSpPr/>
          <p:nvPr/>
        </p:nvCxnSpPr>
        <p:spPr>
          <a:xfrm flipV="1">
            <a:off x="3263900" y="2092382"/>
            <a:ext cx="0" cy="60960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0EC2F182-F82E-9064-DE33-1277D299759F}"/>
              </a:ext>
            </a:extLst>
          </p:cNvPr>
          <p:cNvCxnSpPr/>
          <p:nvPr/>
        </p:nvCxnSpPr>
        <p:spPr>
          <a:xfrm>
            <a:off x="4167293" y="2097189"/>
            <a:ext cx="0" cy="60479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ectangle 164">
            <a:extLst>
              <a:ext uri="{FF2B5EF4-FFF2-40B4-BE49-F238E27FC236}">
                <a16:creationId xmlns:a16="http://schemas.microsoft.com/office/drawing/2014/main" id="{52FDD32D-F032-6CD3-1C0A-5B82B71D0D24}"/>
              </a:ext>
            </a:extLst>
          </p:cNvPr>
          <p:cNvSpPr/>
          <p:nvPr/>
        </p:nvSpPr>
        <p:spPr>
          <a:xfrm>
            <a:off x="2502829" y="2217321"/>
            <a:ext cx="753532" cy="369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799" b="1" dirty="0"/>
              <a:t>Deal</a:t>
            </a:r>
            <a:endParaRPr lang="en-CN" sz="1799" dirty="0"/>
          </a:p>
        </p:txBody>
      </p:sp>
      <p:sp>
        <p:nvSpPr>
          <p:cNvPr id="36" name="Rectangle 164">
            <a:extLst>
              <a:ext uri="{FF2B5EF4-FFF2-40B4-BE49-F238E27FC236}">
                <a16:creationId xmlns:a16="http://schemas.microsoft.com/office/drawing/2014/main" id="{AE29EA8F-0DDE-401A-91DF-B6B619C6355C}"/>
              </a:ext>
            </a:extLst>
          </p:cNvPr>
          <p:cNvSpPr/>
          <p:nvPr/>
        </p:nvSpPr>
        <p:spPr>
          <a:xfrm>
            <a:off x="4071206" y="2214919"/>
            <a:ext cx="1396259" cy="369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799" b="1" dirty="0"/>
              <a:t>Message</a:t>
            </a:r>
            <a:endParaRPr lang="en-CN" sz="1799" dirty="0"/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5BC54CC1-ECEF-F0CA-6258-BC438F81E978}"/>
              </a:ext>
            </a:extLst>
          </p:cNvPr>
          <p:cNvCxnSpPr/>
          <p:nvPr/>
        </p:nvCxnSpPr>
        <p:spPr>
          <a:xfrm>
            <a:off x="8066191" y="2097189"/>
            <a:ext cx="0" cy="60479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90D79F88-5835-EB6E-B8E8-83AA8F8153F7}"/>
              </a:ext>
            </a:extLst>
          </p:cNvPr>
          <p:cNvCxnSpPr/>
          <p:nvPr/>
        </p:nvCxnSpPr>
        <p:spPr>
          <a:xfrm flipV="1">
            <a:off x="9004300" y="2097188"/>
            <a:ext cx="0" cy="60960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2D5EDBE0-6374-F5A9-D163-E16B9B8A624D}"/>
              </a:ext>
            </a:extLst>
          </p:cNvPr>
          <p:cNvSpPr/>
          <p:nvPr/>
        </p:nvSpPr>
        <p:spPr>
          <a:xfrm>
            <a:off x="3784918" y="2838854"/>
            <a:ext cx="1821600" cy="762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98B66C6-DE86-6130-2DE0-EBB455B3F1C9}"/>
              </a:ext>
            </a:extLst>
          </p:cNvPr>
          <p:cNvSpPr/>
          <p:nvPr/>
        </p:nvSpPr>
        <p:spPr>
          <a:xfrm>
            <a:off x="1835682" y="3774663"/>
            <a:ext cx="1821600" cy="762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208939C-05EA-4D7D-E021-9F1D4F957B93}"/>
              </a:ext>
            </a:extLst>
          </p:cNvPr>
          <p:cNvSpPr/>
          <p:nvPr/>
        </p:nvSpPr>
        <p:spPr>
          <a:xfrm>
            <a:off x="1835682" y="2838854"/>
            <a:ext cx="1821600" cy="762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CA1B764-0D34-CD5A-C4D8-B80DDA4F1B8E}"/>
              </a:ext>
            </a:extLst>
          </p:cNvPr>
          <p:cNvSpPr txBox="1"/>
          <p:nvPr/>
        </p:nvSpPr>
        <p:spPr>
          <a:xfrm>
            <a:off x="3749810" y="2951839"/>
            <a:ext cx="191251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b="1" dirty="0" err="1">
                <a:solidFill>
                  <a:schemeClr val="bg1"/>
                </a:solidFill>
              </a:rPr>
              <a:t>Upload&amp;Retrieve</a:t>
            </a:r>
            <a:endParaRPr lang="en-US" altLang="zh-CN" sz="1799" b="1" dirty="0">
              <a:solidFill>
                <a:schemeClr val="bg1"/>
              </a:solidFill>
            </a:endParaRPr>
          </a:p>
          <a:p>
            <a:pPr algn="ctr"/>
            <a:r>
              <a:rPr lang="en-US" altLang="zh-CN" sz="1201" b="1" dirty="0">
                <a:solidFill>
                  <a:schemeClr val="bg1"/>
                </a:solidFill>
              </a:rPr>
              <a:t>[300LOC]</a:t>
            </a:r>
            <a:endParaRPr lang="zh-CN" altLang="en-US" sz="1201" b="1" dirty="0">
              <a:solidFill>
                <a:schemeClr val="bg1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929EC74B-EB44-23E9-4F26-CAB8246DB67D}"/>
              </a:ext>
            </a:extLst>
          </p:cNvPr>
          <p:cNvSpPr txBox="1"/>
          <p:nvPr/>
        </p:nvSpPr>
        <p:spPr>
          <a:xfrm>
            <a:off x="1895583" y="2943430"/>
            <a:ext cx="16340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b="1" dirty="0">
                <a:solidFill>
                  <a:schemeClr val="bg1"/>
                </a:solidFill>
              </a:rPr>
              <a:t>Increment</a:t>
            </a:r>
          </a:p>
          <a:p>
            <a:pPr algn="ctr"/>
            <a:r>
              <a:rPr lang="en-US" altLang="zh-CN" sz="1201" b="1" dirty="0">
                <a:solidFill>
                  <a:schemeClr val="bg1"/>
                </a:solidFill>
              </a:rPr>
              <a:t>[200LOC]</a:t>
            </a:r>
            <a:endParaRPr lang="zh-CN" altLang="en-US" sz="1201" b="1" dirty="0">
              <a:solidFill>
                <a:schemeClr val="bg1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2982337-0581-7204-140E-5E4D5EB11465}"/>
              </a:ext>
            </a:extLst>
          </p:cNvPr>
          <p:cNvSpPr txBox="1"/>
          <p:nvPr/>
        </p:nvSpPr>
        <p:spPr>
          <a:xfrm>
            <a:off x="1895581" y="3888551"/>
            <a:ext cx="16340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b="1" dirty="0" err="1">
                <a:solidFill>
                  <a:schemeClr val="bg1"/>
                </a:solidFill>
              </a:rPr>
              <a:t>Enc&amp;Dec</a:t>
            </a:r>
            <a:endParaRPr lang="en-US" altLang="zh-CN" sz="1799" b="1" dirty="0">
              <a:solidFill>
                <a:schemeClr val="bg1"/>
              </a:solidFill>
            </a:endParaRPr>
          </a:p>
          <a:p>
            <a:pPr algn="ctr"/>
            <a:r>
              <a:rPr lang="en-US" altLang="zh-CN" sz="1201" b="1" dirty="0">
                <a:solidFill>
                  <a:schemeClr val="bg1"/>
                </a:solidFill>
              </a:rPr>
              <a:t>[400LOC]</a:t>
            </a:r>
            <a:endParaRPr lang="zh-CN" altLang="en-US" sz="1201" b="1" dirty="0">
              <a:solidFill>
                <a:schemeClr val="bg1"/>
              </a:solidFill>
            </a:endParaRPr>
          </a:p>
        </p:txBody>
      </p:sp>
      <p:sp>
        <p:nvSpPr>
          <p:cNvPr id="51" name="Rectangle 164">
            <a:extLst>
              <a:ext uri="{FF2B5EF4-FFF2-40B4-BE49-F238E27FC236}">
                <a16:creationId xmlns:a16="http://schemas.microsoft.com/office/drawing/2014/main" id="{FCE8D4E3-BEB4-4D82-5531-8A294C5FFA20}"/>
              </a:ext>
            </a:extLst>
          </p:cNvPr>
          <p:cNvSpPr/>
          <p:nvPr/>
        </p:nvSpPr>
        <p:spPr>
          <a:xfrm>
            <a:off x="7297919" y="2214570"/>
            <a:ext cx="753532" cy="369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799" b="1" dirty="0"/>
              <a:t>Deal</a:t>
            </a:r>
            <a:endParaRPr lang="en-CN" sz="1799" dirty="0"/>
          </a:p>
        </p:txBody>
      </p:sp>
      <p:sp>
        <p:nvSpPr>
          <p:cNvPr id="52" name="Rectangle 164">
            <a:extLst>
              <a:ext uri="{FF2B5EF4-FFF2-40B4-BE49-F238E27FC236}">
                <a16:creationId xmlns:a16="http://schemas.microsoft.com/office/drawing/2014/main" id="{8D5F000A-643E-30B2-010B-DBC75BA9561F}"/>
              </a:ext>
            </a:extLst>
          </p:cNvPr>
          <p:cNvSpPr/>
          <p:nvPr/>
        </p:nvSpPr>
        <p:spPr>
          <a:xfrm>
            <a:off x="8866295" y="2212167"/>
            <a:ext cx="1396259" cy="369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799" b="1" dirty="0"/>
              <a:t>Message</a:t>
            </a:r>
            <a:endParaRPr lang="en-CN" sz="1799" dirty="0"/>
          </a:p>
        </p:txBody>
      </p:sp>
    </p:spTree>
    <p:extLst>
      <p:ext uri="{BB962C8B-B14F-4D97-AF65-F5344CB8AC3E}">
        <p14:creationId xmlns:p14="http://schemas.microsoft.com/office/powerpoint/2010/main" val="782570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2968F5D4-157F-25FE-98B2-E8D012FAAA63}"/>
              </a:ext>
            </a:extLst>
          </p:cNvPr>
          <p:cNvSpPr/>
          <p:nvPr/>
        </p:nvSpPr>
        <p:spPr>
          <a:xfrm>
            <a:off x="5257615" y="932326"/>
            <a:ext cx="1440000" cy="1440000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800F684-721D-6D0F-1243-6AEEC757916C}"/>
              </a:ext>
            </a:extLst>
          </p:cNvPr>
          <p:cNvSpPr/>
          <p:nvPr/>
        </p:nvSpPr>
        <p:spPr>
          <a:xfrm>
            <a:off x="2331600" y="4197098"/>
            <a:ext cx="1440000" cy="1440000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119E543-20B8-FC61-8BFF-7E1D40FCF7EB}"/>
              </a:ext>
            </a:extLst>
          </p:cNvPr>
          <p:cNvSpPr/>
          <p:nvPr/>
        </p:nvSpPr>
        <p:spPr>
          <a:xfrm>
            <a:off x="8185137" y="4197098"/>
            <a:ext cx="1440000" cy="1440000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151F70B-D01D-8320-0E61-0D6E27314010}"/>
              </a:ext>
            </a:extLst>
          </p:cNvPr>
          <p:cNvSpPr txBox="1"/>
          <p:nvPr/>
        </p:nvSpPr>
        <p:spPr>
          <a:xfrm>
            <a:off x="5388417" y="1452270"/>
            <a:ext cx="1185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Secure</a:t>
            </a:r>
            <a:endParaRPr lang="zh-CN" altLang="en-US" sz="2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CEC99E-8351-6F99-308F-04995FF15E07}"/>
              </a:ext>
            </a:extLst>
          </p:cNvPr>
          <p:cNvSpPr txBox="1"/>
          <p:nvPr/>
        </p:nvSpPr>
        <p:spPr>
          <a:xfrm>
            <a:off x="2459066" y="4699517"/>
            <a:ext cx="1185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Scalable</a:t>
            </a:r>
            <a:endParaRPr lang="zh-CN" altLang="en-US" sz="2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F8028A4-7F2B-69D4-420B-ADD739A2582C}"/>
              </a:ext>
            </a:extLst>
          </p:cNvPr>
          <p:cNvSpPr txBox="1"/>
          <p:nvPr/>
        </p:nvSpPr>
        <p:spPr>
          <a:xfrm>
            <a:off x="8264450" y="4717042"/>
            <a:ext cx="1281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Succinct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152DCA-33E5-1BE3-D7DD-6ADC3312D500}"/>
              </a:ext>
            </a:extLst>
          </p:cNvPr>
          <p:cNvSpPr txBox="1"/>
          <p:nvPr/>
        </p:nvSpPr>
        <p:spPr>
          <a:xfrm>
            <a:off x="2331597" y="985570"/>
            <a:ext cx="29260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Ensure secure encrypted data storage, maintain data availability.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9C75198-CFC8-6E7F-1E18-A20285ECBE8C}"/>
              </a:ext>
            </a:extLst>
          </p:cNvPr>
          <p:cNvSpPr txBox="1"/>
          <p:nvPr/>
        </p:nvSpPr>
        <p:spPr>
          <a:xfrm>
            <a:off x="-70459" y="4332265"/>
            <a:ext cx="25140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High system scalability, decrease the hardware requirements.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783D1CB-AB9E-9A29-C7DA-86577FB13D9B}"/>
              </a:ext>
            </a:extLst>
          </p:cNvPr>
          <p:cNvSpPr txBox="1"/>
          <p:nvPr/>
        </p:nvSpPr>
        <p:spPr>
          <a:xfrm>
            <a:off x="9545827" y="4332266"/>
            <a:ext cx="26643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Proof succinctness, only one proof submitted for a multi-version file.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C05BBF4-25A7-B0E0-6230-FB5867705A2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3051598" y="1652328"/>
            <a:ext cx="2206016" cy="2544771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13B97F8-E2A8-C513-4B34-B428442C6CE2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3771602" y="4917096"/>
            <a:ext cx="4413537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7903F60-0146-49AB-6B33-7D3D3C30356C}"/>
              </a:ext>
            </a:extLst>
          </p:cNvPr>
          <p:cNvCxnSpPr>
            <a:stCxn id="4" idx="6"/>
            <a:endCxn id="6" idx="0"/>
          </p:cNvCxnSpPr>
          <p:nvPr/>
        </p:nvCxnSpPr>
        <p:spPr>
          <a:xfrm>
            <a:off x="6697617" y="1652328"/>
            <a:ext cx="2207521" cy="2544771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1AC0FC7A-6F8B-550A-F2FB-9782AA714B8B}"/>
              </a:ext>
            </a:extLst>
          </p:cNvPr>
          <p:cNvSpPr/>
          <p:nvPr/>
        </p:nvSpPr>
        <p:spPr>
          <a:xfrm>
            <a:off x="5033573" y="3204062"/>
            <a:ext cx="2161191" cy="79003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AD622D2-8CD4-CA50-10DF-BC8FD5E8775F}"/>
              </a:ext>
            </a:extLst>
          </p:cNvPr>
          <p:cNvSpPr txBox="1"/>
          <p:nvPr/>
        </p:nvSpPr>
        <p:spPr>
          <a:xfrm>
            <a:off x="5521637" y="3429001"/>
            <a:ext cx="1185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FileDES</a:t>
            </a:r>
            <a:endParaRPr lang="zh-CN" altLang="en-US" sz="2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599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3AAB8C4-F6EB-BD3E-1F79-185848535912}"/>
              </a:ext>
            </a:extLst>
          </p:cNvPr>
          <p:cNvGrpSpPr/>
          <p:nvPr/>
        </p:nvGrpSpPr>
        <p:grpSpPr>
          <a:xfrm>
            <a:off x="568451" y="2100071"/>
            <a:ext cx="4327325" cy="2323000"/>
            <a:chOff x="568451" y="2100071"/>
            <a:chExt cx="4327325" cy="2323000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3A50362D-F103-4420-1E50-6163996F13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8451" y="2100072"/>
              <a:ext cx="627889" cy="6278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64377511-B83D-A4A0-6A41-A528947BE48A}"/>
                </a:ext>
              </a:extLst>
            </p:cNvPr>
            <p:cNvCxnSpPr>
              <a:cxnSpLocks/>
              <a:stCxn id="1026" idx="3"/>
              <a:endCxn id="1030" idx="1"/>
            </p:cNvCxnSpPr>
            <p:nvPr/>
          </p:nvCxnSpPr>
          <p:spPr>
            <a:xfrm flipV="1">
              <a:off x="1196338" y="2413271"/>
              <a:ext cx="1027937" cy="74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30" name="Picture 6" descr="Data Database Storage">
              <a:extLst>
                <a:ext uri="{FF2B5EF4-FFF2-40B4-BE49-F238E27FC236}">
                  <a16:creationId xmlns:a16="http://schemas.microsoft.com/office/drawing/2014/main" id="{166906BA-8F43-A43B-811A-A602DDE7E3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4275" y="2100071"/>
              <a:ext cx="548391" cy="626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User icon | Public domain vectors">
              <a:extLst>
                <a:ext uri="{FF2B5EF4-FFF2-40B4-BE49-F238E27FC236}">
                  <a16:creationId xmlns:a16="http://schemas.microsoft.com/office/drawing/2014/main" id="{437DE168-1F8B-3F69-A68F-6150C67F2F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5270" y="3429000"/>
              <a:ext cx="626401" cy="626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D46804FD-DB0B-D0A9-A7E7-C21FFAD4CE53}"/>
                </a:ext>
              </a:extLst>
            </p:cNvPr>
            <p:cNvCxnSpPr>
              <a:stCxn id="1030" idx="2"/>
              <a:endCxn id="1032" idx="0"/>
            </p:cNvCxnSpPr>
            <p:nvPr/>
          </p:nvCxnSpPr>
          <p:spPr>
            <a:xfrm>
              <a:off x="2498471" y="2726472"/>
              <a:ext cx="0" cy="70252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3EEBF8A-5CD4-6C8B-469F-BD6AA90B8091}"/>
                </a:ext>
              </a:extLst>
            </p:cNvPr>
            <p:cNvSpPr txBox="1"/>
            <p:nvPr/>
          </p:nvSpPr>
          <p:spPr>
            <a:xfrm>
              <a:off x="1792558" y="2877682"/>
              <a:ext cx="795381" cy="369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799" dirty="0">
                  <a:latin typeface="Arial" panose="020B0604020202020204" pitchFamily="34" charset="0"/>
                  <a:cs typeface="Arial" panose="020B0604020202020204" pitchFamily="34" charset="0"/>
                </a:rPr>
                <a:t>Get</a:t>
              </a:r>
              <a:endParaRPr lang="zh-CN" altLang="en-US" sz="1799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F164471D-5ED1-2321-3740-FC2641A945E5}"/>
                </a:ext>
              </a:extLst>
            </p:cNvPr>
            <p:cNvCxnSpPr>
              <a:stCxn id="1030" idx="3"/>
            </p:cNvCxnSpPr>
            <p:nvPr/>
          </p:nvCxnSpPr>
          <p:spPr>
            <a:xfrm>
              <a:off x="2772667" y="2413271"/>
              <a:ext cx="1029601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Picture 8" descr="User icon | Public domain vectors">
              <a:extLst>
                <a:ext uri="{FF2B5EF4-FFF2-40B4-BE49-F238E27FC236}">
                  <a16:creationId xmlns:a16="http://schemas.microsoft.com/office/drawing/2014/main" id="{771BBFFE-D522-4BC5-1D1B-AC077E2E26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0431" y="2101561"/>
              <a:ext cx="626401" cy="626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891024C-040B-37E8-6FA1-10D74B45E475}"/>
                </a:ext>
              </a:extLst>
            </p:cNvPr>
            <p:cNvSpPr txBox="1"/>
            <p:nvPr/>
          </p:nvSpPr>
          <p:spPr>
            <a:xfrm>
              <a:off x="3339361" y="2738546"/>
              <a:ext cx="1556415" cy="369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799" dirty="0">
                  <a:latin typeface="Arial" panose="020B0604020202020204" pitchFamily="34" charset="0"/>
                  <a:cs typeface="Arial" panose="020B0604020202020204" pitchFamily="34" charset="0"/>
                </a:rPr>
                <a:t>Other client</a:t>
              </a:r>
              <a:endParaRPr lang="zh-CN" altLang="en-US" sz="1799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EBF7C135-35AD-CC99-1B6B-CCDDBBA53B8C}"/>
                </a:ext>
              </a:extLst>
            </p:cNvPr>
            <p:cNvSpPr txBox="1"/>
            <p:nvPr/>
          </p:nvSpPr>
          <p:spPr>
            <a:xfrm>
              <a:off x="1817050" y="4053867"/>
              <a:ext cx="1362841" cy="369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799" dirty="0">
                  <a:latin typeface="Arial" panose="020B0604020202020204" pitchFamily="34" charset="0"/>
                  <a:cs typeface="Arial" panose="020B0604020202020204" pitchFamily="34" charset="0"/>
                </a:rPr>
                <a:t>File owner</a:t>
              </a:r>
              <a:endParaRPr lang="zh-CN" altLang="en-US" sz="1799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EB1E3F9A-A5AA-E4D1-4A01-3AD5667D7B4C}"/>
              </a:ext>
            </a:extLst>
          </p:cNvPr>
          <p:cNvGrpSpPr/>
          <p:nvPr/>
        </p:nvGrpSpPr>
        <p:grpSpPr>
          <a:xfrm>
            <a:off x="6465604" y="2100073"/>
            <a:ext cx="5265182" cy="2337947"/>
            <a:chOff x="6465604" y="2100073"/>
            <a:chExt cx="5265182" cy="2337947"/>
          </a:xfrm>
        </p:grpSpPr>
        <p:pic>
          <p:nvPicPr>
            <p:cNvPr id="1034" name="Picture 10" descr="Change or Remove Lock Icon on Encrypted Files in Windows 10 ">
              <a:extLst>
                <a:ext uri="{FF2B5EF4-FFF2-40B4-BE49-F238E27FC236}">
                  <a16:creationId xmlns:a16="http://schemas.microsoft.com/office/drawing/2014/main" id="{2A239E70-A932-2966-527E-08C7DE0CB6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8686" y="2100073"/>
              <a:ext cx="589281" cy="626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DB905E5D-411E-A469-88C9-79E0205D6E90}"/>
                </a:ext>
              </a:extLst>
            </p:cNvPr>
            <p:cNvSpPr txBox="1"/>
            <p:nvPr/>
          </p:nvSpPr>
          <p:spPr>
            <a:xfrm>
              <a:off x="6465604" y="2761858"/>
              <a:ext cx="2175440" cy="369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799" dirty="0">
                  <a:latin typeface="Arial" panose="020B0604020202020204" pitchFamily="34" charset="0"/>
                  <a:cs typeface="Arial" panose="020B0604020202020204" pitchFamily="34" charset="0"/>
                </a:rPr>
                <a:t>Encrypt with pk</a:t>
              </a:r>
              <a:endParaRPr lang="zh-CN" altLang="en-US" sz="1799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DEEA98CA-B692-8D84-EF13-A056C1587C58}"/>
                </a:ext>
              </a:extLst>
            </p:cNvPr>
            <p:cNvCxnSpPr>
              <a:cxnSpLocks/>
              <a:endCxn id="15" idx="1"/>
            </p:cNvCxnSpPr>
            <p:nvPr/>
          </p:nvCxnSpPr>
          <p:spPr>
            <a:xfrm>
              <a:off x="7970523" y="2459286"/>
              <a:ext cx="102793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Picture 6" descr="Data Database Storage">
              <a:extLst>
                <a:ext uri="{FF2B5EF4-FFF2-40B4-BE49-F238E27FC236}">
                  <a16:creationId xmlns:a16="http://schemas.microsoft.com/office/drawing/2014/main" id="{0302F02B-7922-43B3-1603-9725EC3621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98457" y="2146087"/>
              <a:ext cx="548391" cy="626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8" descr="User icon | Public domain vectors">
              <a:extLst>
                <a:ext uri="{FF2B5EF4-FFF2-40B4-BE49-F238E27FC236}">
                  <a16:creationId xmlns:a16="http://schemas.microsoft.com/office/drawing/2014/main" id="{6CFC19CC-30CD-26B1-ABF1-76FEC13292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59452" y="3429002"/>
              <a:ext cx="626401" cy="626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E7E06AEE-3029-B8A9-9CBB-818013486860}"/>
                </a:ext>
              </a:extLst>
            </p:cNvPr>
            <p:cNvCxnSpPr>
              <a:stCxn id="15" idx="2"/>
              <a:endCxn id="20" idx="0"/>
            </p:cNvCxnSpPr>
            <p:nvPr/>
          </p:nvCxnSpPr>
          <p:spPr>
            <a:xfrm>
              <a:off x="9272651" y="2772487"/>
              <a:ext cx="0" cy="65651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108C56F4-1058-0D1A-A7E3-B40C06DDB32A}"/>
                </a:ext>
              </a:extLst>
            </p:cNvPr>
            <p:cNvSpPr txBox="1"/>
            <p:nvPr/>
          </p:nvSpPr>
          <p:spPr>
            <a:xfrm>
              <a:off x="8591232" y="4068816"/>
              <a:ext cx="1362841" cy="369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799" dirty="0">
                  <a:latin typeface="Arial" panose="020B0604020202020204" pitchFamily="34" charset="0"/>
                  <a:cs typeface="Arial" panose="020B0604020202020204" pitchFamily="34" charset="0"/>
                </a:rPr>
                <a:t>File owner</a:t>
              </a:r>
              <a:endParaRPr lang="zh-CN" altLang="en-US" sz="1799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1EBA3CA9-20C8-69FD-9DD6-1254126A88EF}"/>
                </a:ext>
              </a:extLst>
            </p:cNvPr>
            <p:cNvCxnSpPr/>
            <p:nvPr/>
          </p:nvCxnSpPr>
          <p:spPr>
            <a:xfrm>
              <a:off x="9546845" y="2457798"/>
              <a:ext cx="1029601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Picture 8" descr="User icon | Public domain vectors">
              <a:extLst>
                <a:ext uri="{FF2B5EF4-FFF2-40B4-BE49-F238E27FC236}">
                  <a16:creationId xmlns:a16="http://schemas.microsoft.com/office/drawing/2014/main" id="{18D31574-C331-6C81-3510-7003A74A5F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74609" y="2146085"/>
              <a:ext cx="626401" cy="626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6032B8AD-8717-5800-1047-585AC5E3CF5D}"/>
                </a:ext>
              </a:extLst>
            </p:cNvPr>
            <p:cNvSpPr txBox="1"/>
            <p:nvPr/>
          </p:nvSpPr>
          <p:spPr>
            <a:xfrm>
              <a:off x="10044834" y="2741840"/>
              <a:ext cx="1685952" cy="369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799" dirty="0">
                  <a:latin typeface="Arial" panose="020B0604020202020204" pitchFamily="34" charset="0"/>
                  <a:cs typeface="Arial" panose="020B0604020202020204" pitchFamily="34" charset="0"/>
                </a:rPr>
                <a:t>Other client</a:t>
              </a:r>
              <a:endParaRPr lang="zh-CN" altLang="en-US" sz="1799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乘号 26">
              <a:extLst>
                <a:ext uri="{FF2B5EF4-FFF2-40B4-BE49-F238E27FC236}">
                  <a16:creationId xmlns:a16="http://schemas.microsoft.com/office/drawing/2014/main" id="{B6822540-BB7C-376D-8186-80C756B65248}"/>
                </a:ext>
              </a:extLst>
            </p:cNvPr>
            <p:cNvSpPr/>
            <p:nvPr/>
          </p:nvSpPr>
          <p:spPr>
            <a:xfrm>
              <a:off x="9867901" y="2305049"/>
              <a:ext cx="330199" cy="307778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9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CA3F9414-2D76-B52A-0CCC-7647721F83B0}"/>
                </a:ext>
              </a:extLst>
            </p:cNvPr>
            <p:cNvSpPr txBox="1"/>
            <p:nvPr/>
          </p:nvSpPr>
          <p:spPr>
            <a:xfrm>
              <a:off x="8566742" y="2875003"/>
              <a:ext cx="795381" cy="369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799" dirty="0">
                  <a:latin typeface="Arial" panose="020B0604020202020204" pitchFamily="34" charset="0"/>
                  <a:cs typeface="Arial" panose="020B0604020202020204" pitchFamily="34" charset="0"/>
                </a:rPr>
                <a:t>Get</a:t>
              </a:r>
              <a:endParaRPr lang="zh-CN" altLang="en-US" sz="1799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815744FB-8F01-8B8C-7E9F-410D5C871F1A}"/>
              </a:ext>
            </a:extLst>
          </p:cNvPr>
          <p:cNvSpPr txBox="1"/>
          <p:nvPr/>
        </p:nvSpPr>
        <p:spPr>
          <a:xfrm>
            <a:off x="1120995" y="4404094"/>
            <a:ext cx="275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Plaintext Storage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9DA6F7A-AF7C-034A-6693-CE78C265D7B4}"/>
              </a:ext>
            </a:extLst>
          </p:cNvPr>
          <p:cNvSpPr txBox="1"/>
          <p:nvPr/>
        </p:nvSpPr>
        <p:spPr>
          <a:xfrm>
            <a:off x="7895179" y="4451564"/>
            <a:ext cx="275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Simple Encryption Storage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728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424973AA-7243-B348-1BCA-B8A484FB2138}"/>
              </a:ext>
            </a:extLst>
          </p:cNvPr>
          <p:cNvCxnSpPr>
            <a:cxnSpLocks/>
          </p:cNvCxnSpPr>
          <p:nvPr/>
        </p:nvCxnSpPr>
        <p:spPr>
          <a:xfrm flipV="1">
            <a:off x="1679237" y="2009774"/>
            <a:ext cx="822961" cy="813055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948CDA2A-55FB-638F-3E8B-58644C674C74}"/>
              </a:ext>
            </a:extLst>
          </p:cNvPr>
          <p:cNvCxnSpPr/>
          <p:nvPr/>
        </p:nvCxnSpPr>
        <p:spPr>
          <a:xfrm>
            <a:off x="1679237" y="2822829"/>
            <a:ext cx="822961" cy="777621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File User icon PNG and SVG Vector Free Download">
            <a:extLst>
              <a:ext uri="{FF2B5EF4-FFF2-40B4-BE49-F238E27FC236}">
                <a16:creationId xmlns:a16="http://schemas.microsoft.com/office/drawing/2014/main" id="{4AD39C7D-0DC9-F388-BD00-4B58EF5F4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846" y="2509628"/>
            <a:ext cx="538392" cy="62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B5F28ADF-03FA-DC54-4F38-8CC81224D41C}"/>
              </a:ext>
            </a:extLst>
          </p:cNvPr>
          <p:cNvSpPr txBox="1"/>
          <p:nvPr/>
        </p:nvSpPr>
        <p:spPr>
          <a:xfrm>
            <a:off x="769198" y="3171100"/>
            <a:ext cx="1281684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User file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5CB64FCC-8A8F-7427-D94D-C54F7D961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2199" y="1695831"/>
            <a:ext cx="627889" cy="627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Data Protection icon PNG and SVG Vector Free Download">
            <a:extLst>
              <a:ext uri="{FF2B5EF4-FFF2-40B4-BE49-F238E27FC236}">
                <a16:creationId xmlns:a16="http://schemas.microsoft.com/office/drawing/2014/main" id="{F2FCC302-9AF7-28BA-159C-B071395AD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76" y="3287250"/>
            <a:ext cx="612603" cy="62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5F945119-77EE-107B-47E1-EA0473B5BAB8}"/>
              </a:ext>
            </a:extLst>
          </p:cNvPr>
          <p:cNvSpPr txBox="1"/>
          <p:nvPr/>
        </p:nvSpPr>
        <p:spPr>
          <a:xfrm>
            <a:off x="2175299" y="2343968"/>
            <a:ext cx="1281684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Public file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8A9FD96-C5F5-7144-448D-5E6E0EA1BD95}"/>
              </a:ext>
            </a:extLst>
          </p:cNvPr>
          <p:cNvSpPr txBox="1"/>
          <p:nvPr/>
        </p:nvSpPr>
        <p:spPr>
          <a:xfrm>
            <a:off x="2195829" y="4025069"/>
            <a:ext cx="1281684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Private file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A3178757-2706-01CD-10BF-B0713E171C3D}"/>
              </a:ext>
            </a:extLst>
          </p:cNvPr>
          <p:cNvCxnSpPr>
            <a:cxnSpLocks/>
          </p:cNvCxnSpPr>
          <p:nvPr/>
        </p:nvCxnSpPr>
        <p:spPr>
          <a:xfrm flipV="1">
            <a:off x="3129366" y="1554325"/>
            <a:ext cx="1042584" cy="471891"/>
          </a:xfrm>
          <a:prstGeom prst="bentConnector3">
            <a:avLst>
              <a:gd name="adj1" fmla="val 39646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2B04D17F-6862-B221-794A-4F1A1345D761}"/>
              </a:ext>
            </a:extLst>
          </p:cNvPr>
          <p:cNvCxnSpPr>
            <a:cxnSpLocks/>
          </p:cNvCxnSpPr>
          <p:nvPr/>
        </p:nvCxnSpPr>
        <p:spPr>
          <a:xfrm>
            <a:off x="3130090" y="2028610"/>
            <a:ext cx="1043999" cy="471600"/>
          </a:xfrm>
          <a:prstGeom prst="bentConnector3">
            <a:avLst>
              <a:gd name="adj1" fmla="val 3966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42322CC-92A4-4570-3957-15943DA4F1B6}"/>
                  </a:ext>
                </a:extLst>
              </p:cNvPr>
              <p:cNvSpPr txBox="1"/>
              <p:nvPr/>
            </p:nvSpPr>
            <p:spPr>
              <a:xfrm>
                <a:off x="3241650" y="1201583"/>
                <a:ext cx="1281684" cy="369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7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𝑠𝑘</m:t>
                          </m:r>
                        </m:e>
                        <m:sub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42322CC-92A4-4570-3957-15943DA4F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650" y="1201583"/>
                <a:ext cx="1281684" cy="3692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本框 27">
            <a:extLst>
              <a:ext uri="{FF2B5EF4-FFF2-40B4-BE49-F238E27FC236}">
                <a16:creationId xmlns:a16="http://schemas.microsoft.com/office/drawing/2014/main" id="{C9D453C4-6C63-9E6A-43BB-FF974EE146D0}"/>
              </a:ext>
            </a:extLst>
          </p:cNvPr>
          <p:cNvSpPr txBox="1"/>
          <p:nvPr/>
        </p:nvSpPr>
        <p:spPr>
          <a:xfrm>
            <a:off x="3611540" y="1670317"/>
            <a:ext cx="461537" cy="61195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C1D21C1-CB9C-757C-DCAC-639CB65889A7}"/>
                  </a:ext>
                </a:extLst>
              </p:cNvPr>
              <p:cNvSpPr txBox="1"/>
              <p:nvPr/>
            </p:nvSpPr>
            <p:spPr>
              <a:xfrm>
                <a:off x="3244774" y="2113585"/>
                <a:ext cx="1281684" cy="369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7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𝑠𝑘</m:t>
                          </m:r>
                        </m:e>
                        <m:sub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C1D21C1-CB9C-757C-DCAC-639CB6588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774" y="2113585"/>
                <a:ext cx="1281684" cy="3692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CA76B2BD-9343-EAFC-6B07-98267C5BE498}"/>
              </a:ext>
            </a:extLst>
          </p:cNvPr>
          <p:cNvCxnSpPr>
            <a:cxnSpLocks/>
          </p:cNvCxnSpPr>
          <p:nvPr/>
        </p:nvCxnSpPr>
        <p:spPr>
          <a:xfrm flipV="1">
            <a:off x="3138839" y="3141981"/>
            <a:ext cx="1042584" cy="471891"/>
          </a:xfrm>
          <a:prstGeom prst="bentConnector3">
            <a:avLst>
              <a:gd name="adj1" fmla="val 39646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9CB012EE-7990-77A8-B5D5-B48FE9F5A5E4}"/>
              </a:ext>
            </a:extLst>
          </p:cNvPr>
          <p:cNvCxnSpPr>
            <a:cxnSpLocks/>
          </p:cNvCxnSpPr>
          <p:nvPr/>
        </p:nvCxnSpPr>
        <p:spPr>
          <a:xfrm>
            <a:off x="3139562" y="3616268"/>
            <a:ext cx="1043999" cy="471600"/>
          </a:xfrm>
          <a:prstGeom prst="bentConnector3">
            <a:avLst>
              <a:gd name="adj1" fmla="val 3966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3A2BADC0-DEE8-755B-4EAC-7A19A0004B48}"/>
                  </a:ext>
                </a:extLst>
              </p:cNvPr>
              <p:cNvSpPr txBox="1"/>
              <p:nvPr/>
            </p:nvSpPr>
            <p:spPr>
              <a:xfrm>
                <a:off x="3241650" y="2751420"/>
                <a:ext cx="1281684" cy="369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7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𝑝𝑘</m:t>
                          </m:r>
                        </m:e>
                        <m:sub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3A2BADC0-DEE8-755B-4EAC-7A19A0004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650" y="2751420"/>
                <a:ext cx="1281684" cy="369204"/>
              </a:xfrm>
              <a:prstGeom prst="rect">
                <a:avLst/>
              </a:prstGeom>
              <a:blipFill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本框 42">
            <a:extLst>
              <a:ext uri="{FF2B5EF4-FFF2-40B4-BE49-F238E27FC236}">
                <a16:creationId xmlns:a16="http://schemas.microsoft.com/office/drawing/2014/main" id="{3F65E9EB-FDF8-F22D-3BA8-B1078E2135DC}"/>
              </a:ext>
            </a:extLst>
          </p:cNvPr>
          <p:cNvSpPr txBox="1"/>
          <p:nvPr/>
        </p:nvSpPr>
        <p:spPr>
          <a:xfrm>
            <a:off x="3645771" y="3265725"/>
            <a:ext cx="461537" cy="61195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679C650D-F048-A6FF-E03D-D38D36E52D7D}"/>
                  </a:ext>
                </a:extLst>
              </p:cNvPr>
              <p:cNvSpPr txBox="1"/>
              <p:nvPr/>
            </p:nvSpPr>
            <p:spPr>
              <a:xfrm>
                <a:off x="3231868" y="3736735"/>
                <a:ext cx="1281684" cy="369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7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𝑝𝑘</m:t>
                          </m:r>
                        </m:e>
                        <m:sub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679C650D-F048-A6FF-E03D-D38D36E52D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1868" y="3736735"/>
                <a:ext cx="1281684" cy="369204"/>
              </a:xfrm>
              <a:prstGeom prst="rect">
                <a:avLst/>
              </a:prstGeom>
              <a:blipFill>
                <a:blip r:embed="rId8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Picture 10" descr="Change or Remove Lock Icon on Encrypted Files in Windows 10 ">
            <a:extLst>
              <a:ext uri="{FF2B5EF4-FFF2-40B4-BE49-F238E27FC236}">
                <a16:creationId xmlns:a16="http://schemas.microsoft.com/office/drawing/2014/main" id="{25443E7C-75A5-1E07-D691-6463A996C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9841" y="1241123"/>
            <a:ext cx="589281" cy="62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0" descr="Change or Remove Lock Icon on Encrypted Files in Windows 10 ">
            <a:extLst>
              <a:ext uri="{FF2B5EF4-FFF2-40B4-BE49-F238E27FC236}">
                <a16:creationId xmlns:a16="http://schemas.microsoft.com/office/drawing/2014/main" id="{79CC186B-2035-4B29-4393-E0644A2E9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9841" y="2172035"/>
            <a:ext cx="589281" cy="62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10" descr="Change or Remove Lock Icon on Encrypted Files in Windows 10 ">
            <a:extLst>
              <a:ext uri="{FF2B5EF4-FFF2-40B4-BE49-F238E27FC236}">
                <a16:creationId xmlns:a16="http://schemas.microsoft.com/office/drawing/2014/main" id="{D07ABAD0-F921-0463-81F1-27293810D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9841" y="2898441"/>
            <a:ext cx="589281" cy="62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10" descr="Change or Remove Lock Icon on Encrypted Files in Windows 10 ">
            <a:extLst>
              <a:ext uri="{FF2B5EF4-FFF2-40B4-BE49-F238E27FC236}">
                <a16:creationId xmlns:a16="http://schemas.microsoft.com/office/drawing/2014/main" id="{187A7CD3-B008-D70F-1073-10D0B5C4E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9841" y="3722449"/>
            <a:ext cx="589281" cy="62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7043C975-7EFC-FB3B-A5A4-10B047A0B0E4}"/>
              </a:ext>
            </a:extLst>
          </p:cNvPr>
          <p:cNvCxnSpPr>
            <a:cxnSpLocks/>
            <a:stCxn id="45" idx="3"/>
            <a:endCxn id="52" idx="1"/>
          </p:cNvCxnSpPr>
          <p:nvPr/>
        </p:nvCxnSpPr>
        <p:spPr>
          <a:xfrm flipV="1">
            <a:off x="4799122" y="1554163"/>
            <a:ext cx="1440781" cy="1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46FE882B-3DDC-206A-6C06-8FC8C55BEA82}"/>
              </a:ext>
            </a:extLst>
          </p:cNvPr>
          <p:cNvSpPr txBox="1"/>
          <p:nvPr/>
        </p:nvSpPr>
        <p:spPr>
          <a:xfrm>
            <a:off x="4909517" y="1155637"/>
            <a:ext cx="1281684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Share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2" name="Picture 8" descr="User icon | Public domain vectors">
            <a:extLst>
              <a:ext uri="{FF2B5EF4-FFF2-40B4-BE49-F238E27FC236}">
                <a16:creationId xmlns:a16="http://schemas.microsoft.com/office/drawing/2014/main" id="{1F0230CF-3771-4571-BDC2-6F89907A6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9901" y="1240963"/>
            <a:ext cx="626401" cy="62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35081784-EB58-8D8F-4199-FA0812EC38FF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4799121" y="3280084"/>
            <a:ext cx="144108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4E21C7C6-F688-2BDE-2641-C43E9BCD9407}"/>
              </a:ext>
            </a:extLst>
          </p:cNvPr>
          <p:cNvSpPr txBox="1"/>
          <p:nvPr/>
        </p:nvSpPr>
        <p:spPr>
          <a:xfrm>
            <a:off x="4764047" y="2898440"/>
            <a:ext cx="1510926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Authenticate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5" name="Picture 8" descr="User icon | Public domain vectors">
            <a:extLst>
              <a:ext uri="{FF2B5EF4-FFF2-40B4-BE49-F238E27FC236}">
                <a16:creationId xmlns:a16="http://schemas.microsoft.com/office/drawing/2014/main" id="{CF1E7875-F9B4-6E5F-27C5-D2D17796E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202" y="2976455"/>
            <a:ext cx="626401" cy="62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F76AA6C6-CA80-6725-C7FE-FF2350AC5B56}"/>
              </a:ext>
            </a:extLst>
          </p:cNvPr>
          <p:cNvSpPr txBox="1"/>
          <p:nvPr/>
        </p:nvSpPr>
        <p:spPr>
          <a:xfrm>
            <a:off x="4864008" y="1859205"/>
            <a:ext cx="1281684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RSA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6E69C4A-27F1-1552-81E0-A6396C9A3C4F}"/>
              </a:ext>
            </a:extLst>
          </p:cNvPr>
          <p:cNvSpPr txBox="1"/>
          <p:nvPr/>
        </p:nvSpPr>
        <p:spPr>
          <a:xfrm>
            <a:off x="4864008" y="3693012"/>
            <a:ext cx="1281684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PRE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765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User icon | Public domain vectors">
            <a:extLst>
              <a:ext uri="{FF2B5EF4-FFF2-40B4-BE49-F238E27FC236}">
                <a16:creationId xmlns:a16="http://schemas.microsoft.com/office/drawing/2014/main" id="{526C1032-65B4-CC2F-3E17-4951019F2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60" y="1788360"/>
            <a:ext cx="626401" cy="62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Change or Remove Lock Icon on Encrypted Files in Windows 10 ">
            <a:extLst>
              <a:ext uri="{FF2B5EF4-FFF2-40B4-BE49-F238E27FC236}">
                <a16:creationId xmlns:a16="http://schemas.microsoft.com/office/drawing/2014/main" id="{2110CEE4-1308-5A53-A459-A3CF040AB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638" y="1788360"/>
            <a:ext cx="589281" cy="62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194D422-6E45-3D20-2D5D-BE599D139D16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1711061" y="2101561"/>
            <a:ext cx="89857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A65F63D-1AA8-A98D-C316-25EF82BBC147}"/>
                  </a:ext>
                </a:extLst>
              </p:cNvPr>
              <p:cNvSpPr txBox="1"/>
              <p:nvPr/>
            </p:nvSpPr>
            <p:spPr>
              <a:xfrm>
                <a:off x="1739295" y="1717015"/>
                <a:ext cx="817954" cy="369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799" i="1">
                          <a:latin typeface="Cambria Math" panose="02040503050406030204" pitchFamily="18" charset="0"/>
                        </a:rPr>
                        <m:t>𝑠𝑘</m:t>
                      </m:r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A65F63D-1AA8-A98D-C316-25EF82BBC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295" y="1717015"/>
                <a:ext cx="817954" cy="3692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6" descr="Data Database Storage">
            <a:extLst>
              <a:ext uri="{FF2B5EF4-FFF2-40B4-BE49-F238E27FC236}">
                <a16:creationId xmlns:a16="http://schemas.microsoft.com/office/drawing/2014/main" id="{08DF5552-E01F-E55C-E60E-8137BFC10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7498" y="1788362"/>
            <a:ext cx="548391" cy="62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193141E-2A3F-D4A9-04D8-10671B7395F6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3198918" y="2101561"/>
            <a:ext cx="89857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8" descr="User icon | Public domain vectors">
            <a:extLst>
              <a:ext uri="{FF2B5EF4-FFF2-40B4-BE49-F238E27FC236}">
                <a16:creationId xmlns:a16="http://schemas.microsoft.com/office/drawing/2014/main" id="{6528D6C8-8217-153B-A145-A7D01B46E2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60" y="3816840"/>
            <a:ext cx="626401" cy="62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Change or Remove Lock Icon on Encrypted Files in Windows 10 ">
            <a:extLst>
              <a:ext uri="{FF2B5EF4-FFF2-40B4-BE49-F238E27FC236}">
                <a16:creationId xmlns:a16="http://schemas.microsoft.com/office/drawing/2014/main" id="{0C01EC0E-935E-B50D-4851-E034EB6D4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638" y="2738220"/>
            <a:ext cx="589281" cy="62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CE1463A4-2193-ED47-5971-21E8CE3BFED6}"/>
              </a:ext>
            </a:extLst>
          </p:cNvPr>
          <p:cNvCxnSpPr>
            <a:stCxn id="9" idx="2"/>
            <a:endCxn id="18" idx="3"/>
          </p:cNvCxnSpPr>
          <p:nvPr/>
        </p:nvCxnSpPr>
        <p:spPr>
          <a:xfrm rot="5400000">
            <a:off x="3466977" y="2146707"/>
            <a:ext cx="636659" cy="1172771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E2C0B881-6E60-1E3B-E355-B5EDC1F94F86}"/>
              </a:ext>
            </a:extLst>
          </p:cNvPr>
          <p:cNvSpPr/>
          <p:nvPr/>
        </p:nvSpPr>
        <p:spPr>
          <a:xfrm>
            <a:off x="4058493" y="3935340"/>
            <a:ext cx="626401" cy="3894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0675058-7891-2862-9646-C4E81CAB62E6}"/>
                  </a:ext>
                </a:extLst>
              </p:cNvPr>
              <p:cNvSpPr txBox="1"/>
              <p:nvPr/>
            </p:nvSpPr>
            <p:spPr>
              <a:xfrm>
                <a:off x="3992251" y="3935341"/>
                <a:ext cx="817954" cy="369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799" i="1">
                          <a:latin typeface="Cambria Math" panose="02040503050406030204" pitchFamily="18" charset="0"/>
                        </a:rPr>
                        <m:t>𝑝𝑘</m:t>
                      </m:r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0675058-7891-2862-9646-C4E81CAB6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251" y="3935341"/>
                <a:ext cx="817954" cy="369204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2EF6D6E2-9DD0-81B5-FF2C-A0A29E6575C2}"/>
              </a:ext>
            </a:extLst>
          </p:cNvPr>
          <p:cNvCxnSpPr>
            <a:stCxn id="18" idx="2"/>
            <a:endCxn id="14" idx="3"/>
          </p:cNvCxnSpPr>
          <p:nvPr/>
        </p:nvCxnSpPr>
        <p:spPr>
          <a:xfrm rot="5400000">
            <a:off x="1924961" y="3150723"/>
            <a:ext cx="765422" cy="1193217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17E42B3-6DE6-26E4-9FC8-27A6758EC4BE}"/>
              </a:ext>
            </a:extLst>
          </p:cNvPr>
          <p:cNvCxnSpPr>
            <a:cxnSpLocks/>
          </p:cNvCxnSpPr>
          <p:nvPr/>
        </p:nvCxnSpPr>
        <p:spPr>
          <a:xfrm flipH="1">
            <a:off x="2904279" y="4130037"/>
            <a:ext cx="1058434" cy="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2D988076-0BBE-94A5-F731-1FECDB49158E}"/>
              </a:ext>
            </a:extLst>
          </p:cNvPr>
          <p:cNvSpPr txBox="1"/>
          <p:nvPr/>
        </p:nvSpPr>
        <p:spPr>
          <a:xfrm>
            <a:off x="1563767" y="2081256"/>
            <a:ext cx="1158662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Encrypt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03443A3-B2FA-E41C-7CFE-E31A582104DF}"/>
              </a:ext>
            </a:extLst>
          </p:cNvPr>
          <p:cNvSpPr txBox="1"/>
          <p:nvPr/>
        </p:nvSpPr>
        <p:spPr>
          <a:xfrm>
            <a:off x="1529660" y="4144663"/>
            <a:ext cx="1248684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Decrypt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02C061E-C510-D3A3-B77C-4DD2C41C74FC}"/>
              </a:ext>
            </a:extLst>
          </p:cNvPr>
          <p:cNvSpPr txBox="1"/>
          <p:nvPr/>
        </p:nvSpPr>
        <p:spPr>
          <a:xfrm>
            <a:off x="3763751" y="3576045"/>
            <a:ext cx="1172771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Shared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6" name="Picture 8" descr="User icon | Public domain vectors">
            <a:extLst>
              <a:ext uri="{FF2B5EF4-FFF2-40B4-BE49-F238E27FC236}">
                <a16:creationId xmlns:a16="http://schemas.microsoft.com/office/drawing/2014/main" id="{FF245279-291A-07CC-0ACC-5C5B2B319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6070" y="1804194"/>
            <a:ext cx="626401" cy="62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10" descr="Change or Remove Lock Icon on Encrypted Files in Windows 10 ">
            <a:extLst>
              <a:ext uri="{FF2B5EF4-FFF2-40B4-BE49-F238E27FC236}">
                <a16:creationId xmlns:a16="http://schemas.microsoft.com/office/drawing/2014/main" id="{6E8B9369-51B1-2046-926D-EE6EEA1C0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1051" y="1804194"/>
            <a:ext cx="589281" cy="62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19BDAB8F-4818-DF57-13E6-4DB51A799F97}"/>
              </a:ext>
            </a:extLst>
          </p:cNvPr>
          <p:cNvCxnSpPr>
            <a:stCxn id="46" idx="3"/>
            <a:endCxn id="47" idx="1"/>
          </p:cNvCxnSpPr>
          <p:nvPr/>
        </p:nvCxnSpPr>
        <p:spPr>
          <a:xfrm>
            <a:off x="7662469" y="2117393"/>
            <a:ext cx="89857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2754179A-286E-ED4D-5EBB-D4E6D746D81F}"/>
                  </a:ext>
                </a:extLst>
              </p:cNvPr>
              <p:cNvSpPr txBox="1"/>
              <p:nvPr/>
            </p:nvSpPr>
            <p:spPr>
              <a:xfrm>
                <a:off x="7690706" y="1724061"/>
                <a:ext cx="817954" cy="369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799" i="1">
                          <a:latin typeface="Cambria Math" panose="02040503050406030204" pitchFamily="18" charset="0"/>
                        </a:rPr>
                        <m:t>𝑝𝑘</m:t>
                      </m:r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2754179A-286E-ED4D-5EBB-D4E6D746D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0706" y="1724061"/>
                <a:ext cx="817954" cy="369204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0" name="Picture 6" descr="Data Database Storage">
            <a:extLst>
              <a:ext uri="{FF2B5EF4-FFF2-40B4-BE49-F238E27FC236}">
                <a16:creationId xmlns:a16="http://schemas.microsoft.com/office/drawing/2014/main" id="{45F82CDE-6146-F7C9-871C-409E8C3B4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904" y="1804192"/>
            <a:ext cx="548391" cy="62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3DB188B6-3BC5-BDD9-9B9D-923E61785C6F}"/>
              </a:ext>
            </a:extLst>
          </p:cNvPr>
          <p:cNvCxnSpPr>
            <a:stCxn id="47" idx="3"/>
            <a:endCxn id="50" idx="1"/>
          </p:cNvCxnSpPr>
          <p:nvPr/>
        </p:nvCxnSpPr>
        <p:spPr>
          <a:xfrm>
            <a:off x="9150326" y="2117393"/>
            <a:ext cx="89857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8" descr="User icon | Public domain vectors">
            <a:extLst>
              <a:ext uri="{FF2B5EF4-FFF2-40B4-BE49-F238E27FC236}">
                <a16:creationId xmlns:a16="http://schemas.microsoft.com/office/drawing/2014/main" id="{F9973743-A714-B097-5FA6-75ACC3D51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6070" y="3832674"/>
            <a:ext cx="626401" cy="62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文本框 58">
            <a:extLst>
              <a:ext uri="{FF2B5EF4-FFF2-40B4-BE49-F238E27FC236}">
                <a16:creationId xmlns:a16="http://schemas.microsoft.com/office/drawing/2014/main" id="{5D5BAECD-5894-D1F7-E001-B8EDE2ED3557}"/>
              </a:ext>
            </a:extLst>
          </p:cNvPr>
          <p:cNvSpPr txBox="1"/>
          <p:nvPr/>
        </p:nvSpPr>
        <p:spPr>
          <a:xfrm>
            <a:off x="7558093" y="2117393"/>
            <a:ext cx="1041417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Encrypt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72" name="直接箭头连接符 3071">
            <a:extLst>
              <a:ext uri="{FF2B5EF4-FFF2-40B4-BE49-F238E27FC236}">
                <a16:creationId xmlns:a16="http://schemas.microsoft.com/office/drawing/2014/main" id="{ED8A4D18-FE36-ECC2-D725-750ABE8D72A1}"/>
              </a:ext>
            </a:extLst>
          </p:cNvPr>
          <p:cNvCxnSpPr/>
          <p:nvPr/>
        </p:nvCxnSpPr>
        <p:spPr>
          <a:xfrm flipV="1">
            <a:off x="7191375" y="2433302"/>
            <a:ext cx="0" cy="138353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FF4D37A9-4876-6FC1-A5CF-9BF9BE13AAD0}"/>
                  </a:ext>
                </a:extLst>
              </p:cNvPr>
              <p:cNvSpPr txBox="1"/>
              <p:nvPr/>
            </p:nvSpPr>
            <p:spPr>
              <a:xfrm>
                <a:off x="6963086" y="3017192"/>
                <a:ext cx="817954" cy="369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799" i="1">
                          <a:latin typeface="Cambria Math" panose="02040503050406030204" pitchFamily="18" charset="0"/>
                        </a:rPr>
                        <m:t>𝑠𝑘</m:t>
                      </m:r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FF4D37A9-4876-6FC1-A5CF-9BF9BE13A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3086" y="3017192"/>
                <a:ext cx="817954" cy="3692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213FE8DB-3AC3-20A3-3F85-57535881D478}"/>
                  </a:ext>
                </a:extLst>
              </p:cNvPr>
              <p:cNvSpPr txBox="1"/>
              <p:nvPr/>
            </p:nvSpPr>
            <p:spPr>
              <a:xfrm>
                <a:off x="8446710" y="2799924"/>
                <a:ext cx="817954" cy="369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799" i="1">
                          <a:latin typeface="Cambria Math" panose="02040503050406030204" pitchFamily="18" charset="0"/>
                        </a:rPr>
                        <m:t>𝑟𝑘</m:t>
                      </m:r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213FE8DB-3AC3-20A3-3F85-57535881D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710" y="2799924"/>
                <a:ext cx="817954" cy="3692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87" name="直接连接符 3086">
            <a:extLst>
              <a:ext uri="{FF2B5EF4-FFF2-40B4-BE49-F238E27FC236}">
                <a16:creationId xmlns:a16="http://schemas.microsoft.com/office/drawing/2014/main" id="{BFFA9C8B-2B7D-D7F2-D6E7-0162DFF5983A}"/>
              </a:ext>
            </a:extLst>
          </p:cNvPr>
          <p:cNvCxnSpPr>
            <a:cxnSpLocks/>
          </p:cNvCxnSpPr>
          <p:nvPr/>
        </p:nvCxnSpPr>
        <p:spPr>
          <a:xfrm>
            <a:off x="7505700" y="2433303"/>
            <a:ext cx="0" cy="76233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0" name="直接连接符 3089">
            <a:extLst>
              <a:ext uri="{FF2B5EF4-FFF2-40B4-BE49-F238E27FC236}">
                <a16:creationId xmlns:a16="http://schemas.microsoft.com/office/drawing/2014/main" id="{964FF58F-68BC-F4D2-8526-2671E3A83C20}"/>
              </a:ext>
            </a:extLst>
          </p:cNvPr>
          <p:cNvCxnSpPr>
            <a:cxnSpLocks/>
          </p:cNvCxnSpPr>
          <p:nvPr/>
        </p:nvCxnSpPr>
        <p:spPr>
          <a:xfrm>
            <a:off x="7505700" y="3177856"/>
            <a:ext cx="268605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4" name="直接箭头连接符 3093">
            <a:extLst>
              <a:ext uri="{FF2B5EF4-FFF2-40B4-BE49-F238E27FC236}">
                <a16:creationId xmlns:a16="http://schemas.microsoft.com/office/drawing/2014/main" id="{B8C2B3AF-3F5E-FBA9-A73D-4973E11C9C65}"/>
              </a:ext>
            </a:extLst>
          </p:cNvPr>
          <p:cNvCxnSpPr>
            <a:cxnSpLocks/>
          </p:cNvCxnSpPr>
          <p:nvPr/>
        </p:nvCxnSpPr>
        <p:spPr>
          <a:xfrm flipV="1">
            <a:off x="10191749" y="2430594"/>
            <a:ext cx="0" cy="76504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Picture 10" descr="Change or Remove Lock Icon on Encrypted Files in Windows 10 ">
            <a:extLst>
              <a:ext uri="{FF2B5EF4-FFF2-40B4-BE49-F238E27FC236}">
                <a16:creationId xmlns:a16="http://schemas.microsoft.com/office/drawing/2014/main" id="{C9086303-C3BB-0E72-CFD4-709A899A2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6463" y="3825375"/>
            <a:ext cx="589281" cy="62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09" name="直接连接符 3108">
            <a:extLst>
              <a:ext uri="{FF2B5EF4-FFF2-40B4-BE49-F238E27FC236}">
                <a16:creationId xmlns:a16="http://schemas.microsoft.com/office/drawing/2014/main" id="{FDC699A1-AC86-D5C1-8E8D-86032125337A}"/>
              </a:ext>
            </a:extLst>
          </p:cNvPr>
          <p:cNvCxnSpPr>
            <a:cxnSpLocks/>
          </p:cNvCxnSpPr>
          <p:nvPr/>
        </p:nvCxnSpPr>
        <p:spPr>
          <a:xfrm>
            <a:off x="10483849" y="2433302"/>
            <a:ext cx="0" cy="173150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4" name="直接箭头连接符 3113">
            <a:extLst>
              <a:ext uri="{FF2B5EF4-FFF2-40B4-BE49-F238E27FC236}">
                <a16:creationId xmlns:a16="http://schemas.microsoft.com/office/drawing/2014/main" id="{36ED188F-DC27-3018-CD53-F1BF4772284C}"/>
              </a:ext>
            </a:extLst>
          </p:cNvPr>
          <p:cNvCxnSpPr>
            <a:cxnSpLocks/>
          </p:cNvCxnSpPr>
          <p:nvPr/>
        </p:nvCxnSpPr>
        <p:spPr>
          <a:xfrm flipH="1" flipV="1">
            <a:off x="9935635" y="4138574"/>
            <a:ext cx="548217" cy="730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文本框 127">
            <a:extLst>
              <a:ext uri="{FF2B5EF4-FFF2-40B4-BE49-F238E27FC236}">
                <a16:creationId xmlns:a16="http://schemas.microsoft.com/office/drawing/2014/main" id="{182D8EBD-774F-0264-8085-7DBB0CB5D752}"/>
              </a:ext>
            </a:extLst>
          </p:cNvPr>
          <p:cNvSpPr txBox="1"/>
          <p:nvPr/>
        </p:nvSpPr>
        <p:spPr>
          <a:xfrm rot="5400000">
            <a:off x="9886013" y="3141815"/>
            <a:ext cx="1639549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Re-Encrypt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17" name="直接箭头连接符 3116">
            <a:extLst>
              <a:ext uri="{FF2B5EF4-FFF2-40B4-BE49-F238E27FC236}">
                <a16:creationId xmlns:a16="http://schemas.microsoft.com/office/drawing/2014/main" id="{80B53EF3-E8AA-BF8E-09FA-9768BD2CB741}"/>
              </a:ext>
            </a:extLst>
          </p:cNvPr>
          <p:cNvCxnSpPr>
            <a:stCxn id="112" idx="1"/>
            <a:endCxn id="52" idx="3"/>
          </p:cNvCxnSpPr>
          <p:nvPr/>
        </p:nvCxnSpPr>
        <p:spPr>
          <a:xfrm flipH="1">
            <a:off x="7662472" y="4138576"/>
            <a:ext cx="1753991" cy="730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文本框 130">
            <a:extLst>
              <a:ext uri="{FF2B5EF4-FFF2-40B4-BE49-F238E27FC236}">
                <a16:creationId xmlns:a16="http://schemas.microsoft.com/office/drawing/2014/main" id="{4A945FD8-3684-09DA-273D-632437D5062C}"/>
              </a:ext>
            </a:extLst>
          </p:cNvPr>
          <p:cNvSpPr txBox="1"/>
          <p:nvPr/>
        </p:nvSpPr>
        <p:spPr>
          <a:xfrm>
            <a:off x="8005981" y="4187350"/>
            <a:ext cx="1248684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Decrypt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56605C6A-2F06-0E31-CCB6-50C674E08E2A}"/>
                  </a:ext>
                </a:extLst>
              </p:cNvPr>
              <p:cNvSpPr txBox="1"/>
              <p:nvPr/>
            </p:nvSpPr>
            <p:spPr>
              <a:xfrm>
                <a:off x="8221346" y="3797378"/>
                <a:ext cx="817954" cy="369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799" i="1">
                          <a:latin typeface="Cambria Math" panose="02040503050406030204" pitchFamily="18" charset="0"/>
                        </a:rPr>
                        <m:t>𝑠𝑘</m:t>
                      </m:r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56605C6A-2F06-0E31-CCB6-50C674E08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1346" y="3797378"/>
                <a:ext cx="817954" cy="3692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B1EB9FEE-FC82-68FF-7640-BCEBB83419DD}"/>
                  </a:ext>
                </a:extLst>
              </p:cNvPr>
              <p:cNvSpPr txBox="1"/>
              <p:nvPr/>
            </p:nvSpPr>
            <p:spPr>
              <a:xfrm>
                <a:off x="9835819" y="3826893"/>
                <a:ext cx="817954" cy="369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799" i="1">
                          <a:latin typeface="Cambria Math" panose="02040503050406030204" pitchFamily="18" charset="0"/>
                        </a:rPr>
                        <m:t>𝑟𝑘</m:t>
                      </m:r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B1EB9FEE-FC82-68FF-7640-BCEBB8341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5819" y="3826893"/>
                <a:ext cx="817954" cy="36920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A2CE328F-B5CA-F31A-7D8A-B59B62CF0926}"/>
                  </a:ext>
                </a:extLst>
              </p:cNvPr>
              <p:cNvSpPr txBox="1"/>
              <p:nvPr/>
            </p:nvSpPr>
            <p:spPr>
              <a:xfrm>
                <a:off x="1791685" y="3765338"/>
                <a:ext cx="817954" cy="369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799" i="1">
                          <a:latin typeface="Cambria Math" panose="02040503050406030204" pitchFamily="18" charset="0"/>
                        </a:rPr>
                        <m:t>𝑝𝑘</m:t>
                      </m:r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A2CE328F-B5CA-F31A-7D8A-B59B62CF0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685" y="3765338"/>
                <a:ext cx="817954" cy="369204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DCFF99E9-0B32-7052-7C2A-369B70B1210C}"/>
              </a:ext>
            </a:extLst>
          </p:cNvPr>
          <p:cNvSpPr/>
          <p:nvPr/>
        </p:nvSpPr>
        <p:spPr>
          <a:xfrm>
            <a:off x="3433497" y="1788362"/>
            <a:ext cx="1891246" cy="2654880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D09CFDB-F250-9C57-1957-4AE33C7A9B41}"/>
              </a:ext>
            </a:extLst>
          </p:cNvPr>
          <p:cNvSpPr txBox="1"/>
          <p:nvPr/>
        </p:nvSpPr>
        <p:spPr>
          <a:xfrm>
            <a:off x="4433268" y="1776604"/>
            <a:ext cx="1158662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DSN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45024DE-425B-45B1-B3FD-144EFBDD1B8D}"/>
              </a:ext>
            </a:extLst>
          </p:cNvPr>
          <p:cNvSpPr txBox="1"/>
          <p:nvPr/>
        </p:nvSpPr>
        <p:spPr>
          <a:xfrm>
            <a:off x="8099683" y="3193353"/>
            <a:ext cx="1491031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Re-key Gen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1816D5E-75C3-ADDC-A36C-EBF448A35A8F}"/>
              </a:ext>
            </a:extLst>
          </p:cNvPr>
          <p:cNvSpPr/>
          <p:nvPr/>
        </p:nvSpPr>
        <p:spPr>
          <a:xfrm>
            <a:off x="9325137" y="1785380"/>
            <a:ext cx="1891246" cy="2673694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D63C642-40F9-46CB-7FA9-4F5DFBA6EDA6}"/>
              </a:ext>
            </a:extLst>
          </p:cNvPr>
          <p:cNvSpPr txBox="1"/>
          <p:nvPr/>
        </p:nvSpPr>
        <p:spPr>
          <a:xfrm>
            <a:off x="10418662" y="1792518"/>
            <a:ext cx="893282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DSN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785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70526FFC-2ABB-4612-D892-90B1A7107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310" y="2323720"/>
            <a:ext cx="627889" cy="627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221887C-4109-7995-BF22-13F0A584A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5015" y="2323721"/>
            <a:ext cx="626401" cy="626401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51090EC-3E9C-9BCA-0FD5-44889ADBD333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2502199" y="2636919"/>
            <a:ext cx="1092815" cy="74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57E2EA1-6E1F-B4E3-32D7-6A3CAE5A5097}"/>
              </a:ext>
            </a:extLst>
          </p:cNvPr>
          <p:cNvCxnSpPr>
            <a:stCxn id="6" idx="2"/>
          </p:cNvCxnSpPr>
          <p:nvPr/>
        </p:nvCxnSpPr>
        <p:spPr>
          <a:xfrm>
            <a:off x="3908214" y="2950119"/>
            <a:ext cx="0" cy="1094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Backup, clipboard, clone, copy, document, duplicate, file icon ">
            <a:extLst>
              <a:ext uri="{FF2B5EF4-FFF2-40B4-BE49-F238E27FC236}">
                <a16:creationId xmlns:a16="http://schemas.microsoft.com/office/drawing/2014/main" id="{B69CA655-0BAD-1BA6-A507-9625E25F0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015" y="4044519"/>
            <a:ext cx="626401" cy="62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5AC975E-8901-B1D8-E64C-1111948D5D37}"/>
              </a:ext>
            </a:extLst>
          </p:cNvPr>
          <p:cNvSpPr txBox="1"/>
          <p:nvPr/>
        </p:nvSpPr>
        <p:spPr>
          <a:xfrm>
            <a:off x="2639630" y="2314318"/>
            <a:ext cx="817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Upload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05F9175-BCF3-07CA-2983-82F2211CF9BB}"/>
              </a:ext>
            </a:extLst>
          </p:cNvPr>
          <p:cNvSpPr txBox="1"/>
          <p:nvPr/>
        </p:nvSpPr>
        <p:spPr>
          <a:xfrm>
            <a:off x="3006209" y="3356952"/>
            <a:ext cx="10353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Generate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2C25054-7C55-5E65-CAEC-E3770C01F8A2}"/>
              </a:ext>
            </a:extLst>
          </p:cNvPr>
          <p:cNvSpPr txBox="1"/>
          <p:nvPr/>
        </p:nvSpPr>
        <p:spPr>
          <a:xfrm>
            <a:off x="3812437" y="3356955"/>
            <a:ext cx="817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SDRG</a:t>
            </a:r>
          </a:p>
        </p:txBody>
      </p: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C902CA10-10A6-D0B4-4DBB-5531AB28C633}"/>
              </a:ext>
            </a:extLst>
          </p:cNvPr>
          <p:cNvCxnSpPr>
            <a:stCxn id="4" idx="2"/>
            <a:endCxn id="4098" idx="1"/>
          </p:cNvCxnSpPr>
          <p:nvPr/>
        </p:nvCxnSpPr>
        <p:spPr>
          <a:xfrm rot="16200000" flipH="1">
            <a:off x="2188581" y="2951283"/>
            <a:ext cx="1406110" cy="1406761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41448ABE-8535-152B-B039-5451BEDED186}"/>
              </a:ext>
            </a:extLst>
          </p:cNvPr>
          <p:cNvSpPr txBox="1"/>
          <p:nvPr/>
        </p:nvSpPr>
        <p:spPr>
          <a:xfrm>
            <a:off x="2083468" y="3853889"/>
            <a:ext cx="1728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Re-generate when challenged</a:t>
            </a:r>
          </a:p>
        </p:txBody>
      </p:sp>
      <p:sp>
        <p:nvSpPr>
          <p:cNvPr id="16" name="乘号 15">
            <a:extLst>
              <a:ext uri="{FF2B5EF4-FFF2-40B4-BE49-F238E27FC236}">
                <a16:creationId xmlns:a16="http://schemas.microsoft.com/office/drawing/2014/main" id="{D13E702E-AA84-950F-627C-AF581FF014C4}"/>
              </a:ext>
            </a:extLst>
          </p:cNvPr>
          <p:cNvSpPr/>
          <p:nvPr/>
        </p:nvSpPr>
        <p:spPr>
          <a:xfrm>
            <a:off x="1910173" y="3275161"/>
            <a:ext cx="556163" cy="47754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552E389-6DE3-AF15-CF13-27C11CBF5126}"/>
              </a:ext>
            </a:extLst>
          </p:cNvPr>
          <p:cNvSpPr txBox="1"/>
          <p:nvPr/>
        </p:nvSpPr>
        <p:spPr>
          <a:xfrm>
            <a:off x="2419928" y="4384089"/>
            <a:ext cx="10560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Time limit</a:t>
            </a: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2FADBEE3-1049-A6D9-7ABE-7B9595BCD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477" y="2320595"/>
            <a:ext cx="627889" cy="627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7406946C-584B-62B7-5C81-6A92E6E80B21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7300364" y="2634540"/>
            <a:ext cx="1090138" cy="61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C3D15C9-7900-7E6E-DC43-B6925CA7534E}"/>
                  </a:ext>
                </a:extLst>
              </p:cNvPr>
              <p:cNvSpPr txBox="1"/>
              <p:nvPr/>
            </p:nvSpPr>
            <p:spPr>
              <a:xfrm>
                <a:off x="7430724" y="2327508"/>
                <a:ext cx="81795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𝑠𝑘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C3D15C9-7900-7E6E-DC43-B6925CA75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724" y="2327508"/>
                <a:ext cx="817954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E519F61F-DBA6-4D90-C125-21668FAE17C6}"/>
              </a:ext>
            </a:extLst>
          </p:cNvPr>
          <p:cNvSpPr txBox="1"/>
          <p:nvPr/>
        </p:nvSpPr>
        <p:spPr>
          <a:xfrm>
            <a:off x="7419362" y="2648840"/>
            <a:ext cx="817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Encrypt</a:t>
            </a:r>
            <a:endParaRPr lang="zh-CN" altLang="en-US" sz="1400" dirty="0"/>
          </a:p>
        </p:txBody>
      </p:sp>
      <p:pic>
        <p:nvPicPr>
          <p:cNvPr id="29" name="Picture 10" descr="Change or Remove Lock Icon on Encrypted Files in Windows 10 ">
            <a:extLst>
              <a:ext uri="{FF2B5EF4-FFF2-40B4-BE49-F238E27FC236}">
                <a16:creationId xmlns:a16="http://schemas.microsoft.com/office/drawing/2014/main" id="{F13E0439-2D19-2854-F11B-57416B729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0504" y="2322082"/>
            <a:ext cx="589281" cy="62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AD1245DB-6FC3-2669-8158-CF3F229A10F9}"/>
              </a:ext>
            </a:extLst>
          </p:cNvPr>
          <p:cNvCxnSpPr>
            <a:stCxn id="29" idx="3"/>
          </p:cNvCxnSpPr>
          <p:nvPr/>
        </p:nvCxnSpPr>
        <p:spPr>
          <a:xfrm>
            <a:off x="8979781" y="2635280"/>
            <a:ext cx="110159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>
            <a:extLst>
              <a:ext uri="{FF2B5EF4-FFF2-40B4-BE49-F238E27FC236}">
                <a16:creationId xmlns:a16="http://schemas.microsoft.com/office/drawing/2014/main" id="{BBDB9DDC-FECF-8CE5-DFF2-08040A033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1378" y="2321337"/>
            <a:ext cx="626401" cy="626401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D57CC267-B097-4E56-652B-6569D990C14A}"/>
              </a:ext>
            </a:extLst>
          </p:cNvPr>
          <p:cNvSpPr txBox="1"/>
          <p:nvPr/>
        </p:nvSpPr>
        <p:spPr>
          <a:xfrm>
            <a:off x="9121602" y="2350589"/>
            <a:ext cx="817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Upload</a:t>
            </a:r>
          </a:p>
        </p:txBody>
      </p:sp>
      <p:pic>
        <p:nvPicPr>
          <p:cNvPr id="35" name="Picture 10" descr="Change or Remove Lock Icon on Encrypted Files in Windows 10 ">
            <a:extLst>
              <a:ext uri="{FF2B5EF4-FFF2-40B4-BE49-F238E27FC236}">
                <a16:creationId xmlns:a16="http://schemas.microsoft.com/office/drawing/2014/main" id="{59F2CE44-FF58-2A38-541E-DA8F90228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8535" y="4070889"/>
            <a:ext cx="589281" cy="62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FE340E70-F826-7188-F888-321C96BABD5D}"/>
              </a:ext>
            </a:extLst>
          </p:cNvPr>
          <p:cNvCxnSpPr>
            <a:stCxn id="33" idx="2"/>
            <a:endCxn id="35" idx="0"/>
          </p:cNvCxnSpPr>
          <p:nvPr/>
        </p:nvCxnSpPr>
        <p:spPr>
          <a:xfrm>
            <a:off x="10394579" y="2947739"/>
            <a:ext cx="0" cy="11231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A32682E3-FFC8-F7F0-132B-CC0D1E68FDE0}"/>
              </a:ext>
            </a:extLst>
          </p:cNvPr>
          <p:cNvSpPr txBox="1"/>
          <p:nvPr/>
        </p:nvSpPr>
        <p:spPr>
          <a:xfrm>
            <a:off x="9421870" y="3247704"/>
            <a:ext cx="1101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Directly store</a:t>
            </a:r>
          </a:p>
        </p:txBody>
      </p: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C07E8E32-962B-4D5E-3264-321586DF1516}"/>
              </a:ext>
            </a:extLst>
          </p:cNvPr>
          <p:cNvCxnSpPr>
            <a:stCxn id="20" idx="2"/>
            <a:endCxn id="35" idx="1"/>
          </p:cNvCxnSpPr>
          <p:nvPr/>
        </p:nvCxnSpPr>
        <p:spPr>
          <a:xfrm rot="16200000" flipH="1">
            <a:off x="7829676" y="2105228"/>
            <a:ext cx="1435607" cy="3122114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乘号 44">
            <a:extLst>
              <a:ext uri="{FF2B5EF4-FFF2-40B4-BE49-F238E27FC236}">
                <a16:creationId xmlns:a16="http://schemas.microsoft.com/office/drawing/2014/main" id="{F20F6A30-F95B-95D1-C21F-FB20EAA3BEEA}"/>
              </a:ext>
            </a:extLst>
          </p:cNvPr>
          <p:cNvSpPr/>
          <p:nvPr/>
        </p:nvSpPr>
        <p:spPr>
          <a:xfrm>
            <a:off x="6708340" y="3275161"/>
            <a:ext cx="556163" cy="47754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2F96AB7-1354-ABE0-6016-81F4306B0E58}"/>
              </a:ext>
            </a:extLst>
          </p:cNvPr>
          <p:cNvSpPr txBox="1"/>
          <p:nvPr/>
        </p:nvSpPr>
        <p:spPr>
          <a:xfrm>
            <a:off x="7842820" y="3853889"/>
            <a:ext cx="1728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Re-generate when challenged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BCED7E4F-2C86-60E1-5BB4-EF0A289FEA79}"/>
                  </a:ext>
                </a:extLst>
              </p:cNvPr>
              <p:cNvSpPr txBox="1"/>
              <p:nvPr/>
            </p:nvSpPr>
            <p:spPr>
              <a:xfrm>
                <a:off x="7999969" y="4392105"/>
                <a:ext cx="141466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𝑠𝑘</m:t>
                    </m:r>
                  </m:oMath>
                </a14:m>
                <a:r>
                  <a:rPr lang="zh-CN" altLang="en-US" sz="1400" dirty="0"/>
                  <a:t> </a:t>
                </a:r>
                <a:r>
                  <a:rPr lang="en-US" altLang="zh-CN" sz="1400" dirty="0"/>
                  <a:t>is not shared </a:t>
                </a:r>
                <a:endParaRPr lang="zh-CN" altLang="en-US" sz="1400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BCED7E4F-2C86-60E1-5BB4-EF0A289FE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9969" y="4392105"/>
                <a:ext cx="1414669" cy="307777"/>
              </a:xfrm>
              <a:prstGeom prst="rect">
                <a:avLst/>
              </a:prstGeom>
              <a:blipFill>
                <a:blip r:embed="rId7"/>
                <a:stretch>
                  <a:fillRect t="-1961" r="-1724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6054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AAE2F74F-3955-3861-3D82-1D272DD622D3}"/>
              </a:ext>
            </a:extLst>
          </p:cNvPr>
          <p:cNvSpPr/>
          <p:nvPr/>
        </p:nvSpPr>
        <p:spPr>
          <a:xfrm>
            <a:off x="319949" y="4743449"/>
            <a:ext cx="626401" cy="626401"/>
          </a:xfrm>
          <a:prstGeom prst="ellipse">
            <a:avLst/>
          </a:prstGeom>
          <a:solidFill>
            <a:schemeClr val="accent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A2F9882-F069-D9FF-4207-1026F28C56A9}"/>
              </a:ext>
            </a:extLst>
          </p:cNvPr>
          <p:cNvSpPr/>
          <p:nvPr/>
        </p:nvSpPr>
        <p:spPr>
          <a:xfrm>
            <a:off x="1672498" y="4743449"/>
            <a:ext cx="626401" cy="626401"/>
          </a:xfrm>
          <a:prstGeom prst="ellipse">
            <a:avLst/>
          </a:prstGeom>
          <a:solidFill>
            <a:schemeClr val="accent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623515B-5A2F-D38A-C57B-D5268FE20C02}"/>
              </a:ext>
            </a:extLst>
          </p:cNvPr>
          <p:cNvSpPr/>
          <p:nvPr/>
        </p:nvSpPr>
        <p:spPr>
          <a:xfrm>
            <a:off x="3025049" y="4743451"/>
            <a:ext cx="626401" cy="62640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F1A9046-06D6-61FA-493D-FD43B3268683}"/>
              </a:ext>
            </a:extLst>
          </p:cNvPr>
          <p:cNvSpPr/>
          <p:nvPr/>
        </p:nvSpPr>
        <p:spPr>
          <a:xfrm>
            <a:off x="4377601" y="4743451"/>
            <a:ext cx="626401" cy="62640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293920C-FB5E-320D-C003-B5110DDC241A}"/>
              </a:ext>
            </a:extLst>
          </p:cNvPr>
          <p:cNvSpPr/>
          <p:nvPr/>
        </p:nvSpPr>
        <p:spPr>
          <a:xfrm>
            <a:off x="991723" y="3429000"/>
            <a:ext cx="626401" cy="62640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97BDC79-60EA-1B73-3CEE-7AD3717419D5}"/>
              </a:ext>
            </a:extLst>
          </p:cNvPr>
          <p:cNvSpPr/>
          <p:nvPr/>
        </p:nvSpPr>
        <p:spPr>
          <a:xfrm>
            <a:off x="3704100" y="3429002"/>
            <a:ext cx="626401" cy="626401"/>
          </a:xfrm>
          <a:prstGeom prst="ellipse">
            <a:avLst/>
          </a:prstGeom>
          <a:solidFill>
            <a:schemeClr val="accent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37E27AD-56B4-100F-3214-EB18786A266A}"/>
              </a:ext>
            </a:extLst>
          </p:cNvPr>
          <p:cNvSpPr/>
          <p:nvPr/>
        </p:nvSpPr>
        <p:spPr>
          <a:xfrm>
            <a:off x="2298899" y="1801350"/>
            <a:ext cx="626401" cy="626401"/>
          </a:xfrm>
          <a:prstGeom prst="ellipse">
            <a:avLst/>
          </a:prstGeom>
          <a:solidFill>
            <a:schemeClr val="accent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rt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E3B1D47-E6F8-AC1C-AD0F-CB14AA875526}"/>
              </a:ext>
            </a:extLst>
          </p:cNvPr>
          <p:cNvCxnSpPr>
            <a:stCxn id="8" idx="4"/>
            <a:endCxn id="4" idx="0"/>
          </p:cNvCxnSpPr>
          <p:nvPr/>
        </p:nvCxnSpPr>
        <p:spPr>
          <a:xfrm flipH="1">
            <a:off x="633151" y="4055400"/>
            <a:ext cx="671774" cy="6880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FB5A47E-4B0E-8851-20C2-9C388A6E29D6}"/>
              </a:ext>
            </a:extLst>
          </p:cNvPr>
          <p:cNvCxnSpPr>
            <a:stCxn id="8" idx="4"/>
            <a:endCxn id="5" idx="0"/>
          </p:cNvCxnSpPr>
          <p:nvPr/>
        </p:nvCxnSpPr>
        <p:spPr>
          <a:xfrm>
            <a:off x="1304924" y="4055400"/>
            <a:ext cx="680775" cy="6880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982A11E-8259-49D6-ABD7-533B3E3B40F2}"/>
              </a:ext>
            </a:extLst>
          </p:cNvPr>
          <p:cNvCxnSpPr>
            <a:stCxn id="9" idx="4"/>
            <a:endCxn id="6" idx="0"/>
          </p:cNvCxnSpPr>
          <p:nvPr/>
        </p:nvCxnSpPr>
        <p:spPr>
          <a:xfrm flipH="1">
            <a:off x="3338248" y="4055402"/>
            <a:ext cx="679050" cy="6880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F1F9E229-6CE7-8030-5DD6-743FA58D6E99}"/>
              </a:ext>
            </a:extLst>
          </p:cNvPr>
          <p:cNvCxnSpPr>
            <a:stCxn id="9" idx="4"/>
            <a:endCxn id="7" idx="0"/>
          </p:cNvCxnSpPr>
          <p:nvPr/>
        </p:nvCxnSpPr>
        <p:spPr>
          <a:xfrm>
            <a:off x="4017303" y="4055402"/>
            <a:ext cx="673499" cy="6880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3415DBE5-4EC2-2FEA-831E-36DAE240E4AB}"/>
              </a:ext>
            </a:extLst>
          </p:cNvPr>
          <p:cNvCxnSpPr>
            <a:cxnSpLocks/>
            <a:stCxn id="10" idx="4"/>
            <a:endCxn id="8" idx="0"/>
          </p:cNvCxnSpPr>
          <p:nvPr/>
        </p:nvCxnSpPr>
        <p:spPr>
          <a:xfrm flipH="1">
            <a:off x="1304924" y="2427751"/>
            <a:ext cx="1307176" cy="100124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E4C74AD-9493-B2ED-DC88-DEAABC1A7320}"/>
              </a:ext>
            </a:extLst>
          </p:cNvPr>
          <p:cNvCxnSpPr>
            <a:cxnSpLocks/>
            <a:stCxn id="10" idx="4"/>
            <a:endCxn id="9" idx="0"/>
          </p:cNvCxnSpPr>
          <p:nvPr/>
        </p:nvCxnSpPr>
        <p:spPr>
          <a:xfrm>
            <a:off x="2612099" y="2427751"/>
            <a:ext cx="1405201" cy="100124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7CD76CEB-9C2F-DBC0-C8CC-71371D103C50}"/>
              </a:ext>
            </a:extLst>
          </p:cNvPr>
          <p:cNvCxnSpPr>
            <a:endCxn id="5" idx="4"/>
          </p:cNvCxnSpPr>
          <p:nvPr/>
        </p:nvCxnSpPr>
        <p:spPr>
          <a:xfrm flipV="1">
            <a:off x="1985699" y="5369851"/>
            <a:ext cx="0" cy="25942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52AD6793-A295-D489-FEE2-BF2499CDC2CB}"/>
                  </a:ext>
                </a:extLst>
              </p:cNvPr>
              <p:cNvSpPr txBox="1"/>
              <p:nvPr/>
            </p:nvSpPr>
            <p:spPr>
              <a:xfrm>
                <a:off x="1033067" y="5659785"/>
                <a:ext cx="1905263" cy="369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799" dirty="0">
                    <a:latin typeface="Arial" panose="020B0604020202020204" pitchFamily="34" charset="0"/>
                    <a:cs typeface="Arial" panose="020B0604020202020204" pitchFamily="34" charset="0"/>
                  </a:rPr>
                  <a:t>Challenge </a:t>
                </a:r>
                <a14:m>
                  <m:oMath xmlns:m="http://schemas.openxmlformats.org/officeDocument/2006/math">
                    <m:r>
                      <a:rPr lang="en-US" altLang="zh-CN" sz="1799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zh-CN" altLang="en-US" sz="1799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52AD6793-A295-D489-FEE2-BF2499CDC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067" y="5659785"/>
                <a:ext cx="1905263" cy="369204"/>
              </a:xfrm>
              <a:prstGeom prst="rect">
                <a:avLst/>
              </a:prstGeom>
              <a:blipFill>
                <a:blip r:embed="rId2"/>
                <a:stretch>
                  <a:fillRect t="-4918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矩形 27">
            <a:extLst>
              <a:ext uri="{FF2B5EF4-FFF2-40B4-BE49-F238E27FC236}">
                <a16:creationId xmlns:a16="http://schemas.microsoft.com/office/drawing/2014/main" id="{01958FD6-F4D4-1997-AAC3-B39554EFE358}"/>
              </a:ext>
            </a:extLst>
          </p:cNvPr>
          <p:cNvSpPr/>
          <p:nvPr/>
        </p:nvSpPr>
        <p:spPr>
          <a:xfrm>
            <a:off x="243748" y="4536977"/>
            <a:ext cx="4876798" cy="1001249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59A6A86-B49C-DCE7-EEB3-886DD49B49F0}"/>
              </a:ext>
            </a:extLst>
          </p:cNvPr>
          <p:cNvSpPr txBox="1"/>
          <p:nvPr/>
        </p:nvSpPr>
        <p:spPr>
          <a:xfrm>
            <a:off x="2273168" y="5168625"/>
            <a:ext cx="817954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994D2977-AE3F-07B7-F329-FDE19195CF37}"/>
                  </a:ext>
                </a:extLst>
              </p:cNvPr>
              <p:cNvSpPr/>
              <p:nvPr/>
            </p:nvSpPr>
            <p:spPr>
              <a:xfrm>
                <a:off x="5322713" y="3026145"/>
                <a:ext cx="881999" cy="881999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994D2977-AE3F-07B7-F329-FDE19195CF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713" y="3026145"/>
                <a:ext cx="881999" cy="88199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本框 32">
            <a:extLst>
              <a:ext uri="{FF2B5EF4-FFF2-40B4-BE49-F238E27FC236}">
                <a16:creationId xmlns:a16="http://schemas.microsoft.com/office/drawing/2014/main" id="{95CB94FE-D1BE-C1B9-46F1-268284A2D8F7}"/>
              </a:ext>
            </a:extLst>
          </p:cNvPr>
          <p:cNvSpPr txBox="1"/>
          <p:nvPr/>
        </p:nvSpPr>
        <p:spPr>
          <a:xfrm>
            <a:off x="4914481" y="3870736"/>
            <a:ext cx="169846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Challenge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9A8B33A-BCA3-B9AD-C111-17C5EE05CC49}"/>
              </a:ext>
            </a:extLst>
          </p:cNvPr>
          <p:cNvSpPr/>
          <p:nvPr/>
        </p:nvSpPr>
        <p:spPr>
          <a:xfrm>
            <a:off x="6381226" y="2050758"/>
            <a:ext cx="1647825" cy="6264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FB1C5EF-EA37-744A-E3F1-E77FDE2FC3CA}"/>
                  </a:ext>
                </a:extLst>
              </p:cNvPr>
              <p:cNvSpPr txBox="1"/>
              <p:nvPr/>
            </p:nvSpPr>
            <p:spPr>
              <a:xfrm>
                <a:off x="6496239" y="2058251"/>
                <a:ext cx="1390480" cy="6460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799" dirty="0">
                    <a:latin typeface="Arial" panose="020B0604020202020204" pitchFamily="34" charset="0"/>
                    <a:cs typeface="Arial" panose="020B0604020202020204" pitchFamily="34" charset="0"/>
                  </a:rPr>
                  <a:t>Loop counter </a:t>
                </a:r>
                <a14:m>
                  <m:oMath xmlns:m="http://schemas.openxmlformats.org/officeDocument/2006/math">
                    <m:r>
                      <a:rPr lang="en-US" altLang="zh-CN" sz="1799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zh-CN" altLang="en-US" sz="1799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FB1C5EF-EA37-744A-E3F1-E77FDE2FC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239" y="2058251"/>
                <a:ext cx="1390480" cy="646074"/>
              </a:xfrm>
              <a:prstGeom prst="rect">
                <a:avLst/>
              </a:prstGeom>
              <a:blipFill>
                <a:blip r:embed="rId4"/>
                <a:stretch>
                  <a:fillRect t="-2830" b="-132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矩形 35">
            <a:extLst>
              <a:ext uri="{FF2B5EF4-FFF2-40B4-BE49-F238E27FC236}">
                <a16:creationId xmlns:a16="http://schemas.microsoft.com/office/drawing/2014/main" id="{7E720D48-4233-D1D3-61C1-D35C55F0D9B9}"/>
              </a:ext>
            </a:extLst>
          </p:cNvPr>
          <p:cNvSpPr/>
          <p:nvPr/>
        </p:nvSpPr>
        <p:spPr>
          <a:xfrm>
            <a:off x="7500075" y="3158200"/>
            <a:ext cx="1647825" cy="6264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DC49E37A-9E48-C519-726A-254B2979A5CF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7205137" y="2677157"/>
            <a:ext cx="0" cy="63493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038B91B3-9BAA-51ED-CFA1-4CBADE6308B1}"/>
              </a:ext>
            </a:extLst>
          </p:cNvPr>
          <p:cNvCxnSpPr/>
          <p:nvPr/>
        </p:nvCxnSpPr>
        <p:spPr>
          <a:xfrm>
            <a:off x="7205138" y="3303759"/>
            <a:ext cx="29580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5FE3188A-280A-81B5-8097-51D4398956CC}"/>
              </a:ext>
            </a:extLst>
          </p:cNvPr>
          <p:cNvSpPr txBox="1"/>
          <p:nvPr/>
        </p:nvSpPr>
        <p:spPr>
          <a:xfrm>
            <a:off x="7362287" y="3154170"/>
            <a:ext cx="1956420" cy="646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Generate new challenge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FD74415-44B0-74BC-6D88-BCE8219A737C}"/>
              </a:ext>
            </a:extLst>
          </p:cNvPr>
          <p:cNvSpPr/>
          <p:nvPr/>
        </p:nvSpPr>
        <p:spPr>
          <a:xfrm>
            <a:off x="9569061" y="2050754"/>
            <a:ext cx="1647825" cy="6264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17D48CC9-6DE5-7390-D1DD-4BAB0C65E0D6}"/>
              </a:ext>
            </a:extLst>
          </p:cNvPr>
          <p:cNvCxnSpPr>
            <a:stCxn id="36" idx="3"/>
            <a:endCxn id="49" idx="1"/>
          </p:cNvCxnSpPr>
          <p:nvPr/>
        </p:nvCxnSpPr>
        <p:spPr>
          <a:xfrm flipV="1">
            <a:off x="9147899" y="2363955"/>
            <a:ext cx="421163" cy="1107444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BACED7E2-2175-F8D0-13A7-1CC4C908DC07}"/>
                  </a:ext>
                </a:extLst>
              </p:cNvPr>
              <p:cNvSpPr txBox="1"/>
              <p:nvPr/>
            </p:nvSpPr>
            <p:spPr>
              <a:xfrm>
                <a:off x="8716933" y="2726355"/>
                <a:ext cx="1105426" cy="46166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BACED7E2-2175-F8D0-13A7-1CC4C908D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6933" y="2726355"/>
                <a:ext cx="1105426" cy="461665"/>
              </a:xfrm>
              <a:prstGeom prst="rect">
                <a:avLst/>
              </a:prstGeom>
              <a:blipFill>
                <a:blip r:embed="rId5"/>
                <a:stretch>
                  <a:fillRect b="-2632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文本框 54">
            <a:extLst>
              <a:ext uri="{FF2B5EF4-FFF2-40B4-BE49-F238E27FC236}">
                <a16:creationId xmlns:a16="http://schemas.microsoft.com/office/drawing/2014/main" id="{8F04E27D-6EA4-7FDA-0D29-B189F86CC5E8}"/>
              </a:ext>
            </a:extLst>
          </p:cNvPr>
          <p:cNvSpPr txBox="1"/>
          <p:nvPr/>
        </p:nvSpPr>
        <p:spPr>
          <a:xfrm>
            <a:off x="9573104" y="2163901"/>
            <a:ext cx="16437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 err="1">
                <a:latin typeface="Arial" panose="020B0604020202020204" pitchFamily="34" charset="0"/>
                <a:cs typeface="Arial" panose="020B0604020202020204" pitchFamily="34" charset="0"/>
              </a:rPr>
              <a:t>PoES.Prove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519BEDEB-F251-B24E-D5F2-11F74DAAAA58}"/>
                  </a:ext>
                </a:extLst>
              </p:cNvPr>
              <p:cNvSpPr/>
              <p:nvPr/>
            </p:nvSpPr>
            <p:spPr>
              <a:xfrm>
                <a:off x="9949004" y="3030399"/>
                <a:ext cx="880827" cy="881999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79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79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sz="179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𝑃𝑜𝑆𝑡</m:t>
                        </m:r>
                      </m:sub>
                    </m:sSub>
                  </m:oMath>
                </a14:m>
                <a:r>
                  <a:rPr lang="zh-CN" altLang="en-US" sz="1799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1799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at </a:t>
                </a:r>
                <a14:m>
                  <m:oMath xmlns:m="http://schemas.openxmlformats.org/officeDocument/2006/math">
                    <m:r>
                      <a:rPr lang="en-US" altLang="zh-CN" sz="1799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zh-CN" altLang="en-US" sz="1799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519BEDEB-F251-B24E-D5F2-11F74DAAAA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9004" y="3030399"/>
                <a:ext cx="880827" cy="88199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85E28107-EF09-0295-8D7E-57B3D3A5EBBE}"/>
              </a:ext>
            </a:extLst>
          </p:cNvPr>
          <p:cNvCxnSpPr>
            <a:cxnSpLocks/>
            <a:stCxn id="49" idx="2"/>
            <a:endCxn id="56" idx="0"/>
          </p:cNvCxnSpPr>
          <p:nvPr/>
        </p:nvCxnSpPr>
        <p:spPr>
          <a:xfrm flipH="1">
            <a:off x="10389419" y="2677155"/>
            <a:ext cx="3556" cy="3532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49E99ACF-E013-0FBF-3A60-AFB72F38A19E}"/>
              </a:ext>
            </a:extLst>
          </p:cNvPr>
          <p:cNvCxnSpPr>
            <a:cxnSpLocks/>
          </p:cNvCxnSpPr>
          <p:nvPr/>
        </p:nvCxnSpPr>
        <p:spPr>
          <a:xfrm flipH="1">
            <a:off x="7191480" y="4167230"/>
            <a:ext cx="321119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0EED1670-5AC4-893A-46A6-9B3B13674F23}"/>
              </a:ext>
            </a:extLst>
          </p:cNvPr>
          <p:cNvCxnSpPr>
            <a:cxnSpLocks/>
          </p:cNvCxnSpPr>
          <p:nvPr/>
        </p:nvCxnSpPr>
        <p:spPr>
          <a:xfrm flipH="1" flipV="1">
            <a:off x="7205136" y="3654426"/>
            <a:ext cx="2" cy="51280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ACAB9BE4-5330-15B0-452D-21832313E9C6}"/>
              </a:ext>
            </a:extLst>
          </p:cNvPr>
          <p:cNvCxnSpPr>
            <a:cxnSpLocks/>
          </p:cNvCxnSpPr>
          <p:nvPr/>
        </p:nvCxnSpPr>
        <p:spPr>
          <a:xfrm>
            <a:off x="7191477" y="3650456"/>
            <a:ext cx="30946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96694EA2-2C2E-901F-B205-189057CF552F}"/>
                  </a:ext>
                </a:extLst>
              </p:cNvPr>
              <p:cNvSpPr txBox="1"/>
              <p:nvPr/>
            </p:nvSpPr>
            <p:spPr>
              <a:xfrm>
                <a:off x="7963428" y="4196498"/>
                <a:ext cx="1771342" cy="369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799" dirty="0">
                    <a:latin typeface="Arial" panose="020B0604020202020204" pitchFamily="34" charset="0"/>
                    <a:cs typeface="Arial" panose="020B0604020202020204" pitchFamily="34" charset="0"/>
                  </a:rPr>
                  <a:t>Repeat </a:t>
                </a:r>
                <a14:m>
                  <m:oMath xmlns:m="http://schemas.openxmlformats.org/officeDocument/2006/math">
                    <m:r>
                      <a:rPr lang="en-US" altLang="zh-CN" sz="1799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1799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1799" dirty="0">
                    <a:latin typeface="Arial" panose="020B0604020202020204" pitchFamily="34" charset="0"/>
                    <a:cs typeface="Arial" panose="020B0604020202020204" pitchFamily="34" charset="0"/>
                  </a:rPr>
                  <a:t>times</a:t>
                </a:r>
                <a:endParaRPr lang="zh-CN" altLang="en-US" sz="1799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96694EA2-2C2E-901F-B205-189057CF5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3428" y="4196498"/>
                <a:ext cx="1771342" cy="369204"/>
              </a:xfrm>
              <a:prstGeom prst="rect">
                <a:avLst/>
              </a:prstGeom>
              <a:blipFill>
                <a:blip r:embed="rId7"/>
                <a:stretch>
                  <a:fillRect t="-4918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文本框 39">
            <a:extLst>
              <a:ext uri="{FF2B5EF4-FFF2-40B4-BE49-F238E27FC236}">
                <a16:creationId xmlns:a16="http://schemas.microsoft.com/office/drawing/2014/main" id="{CA59410D-F7D4-511A-E6F2-F75203A5882E}"/>
              </a:ext>
            </a:extLst>
          </p:cNvPr>
          <p:cNvSpPr txBox="1"/>
          <p:nvPr/>
        </p:nvSpPr>
        <p:spPr>
          <a:xfrm>
            <a:off x="1655145" y="1412594"/>
            <a:ext cx="190526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 err="1">
                <a:latin typeface="Arial" panose="020B0604020202020204" pitchFamily="34" charset="0"/>
                <a:cs typeface="Arial" panose="020B0604020202020204" pitchFamily="34" charset="0"/>
              </a:rPr>
              <a:t>PoES.Prove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A77FD01-420F-CBCE-3E74-389390A8791C}"/>
              </a:ext>
            </a:extLst>
          </p:cNvPr>
          <p:cNvCxnSpPr>
            <a:cxnSpLocks/>
            <a:stCxn id="56" idx="4"/>
          </p:cNvCxnSpPr>
          <p:nvPr/>
        </p:nvCxnSpPr>
        <p:spPr>
          <a:xfrm>
            <a:off x="10389419" y="3912399"/>
            <a:ext cx="3556" cy="25483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583CA7C3-0AFC-66A6-243E-4CF443A8674C}"/>
              </a:ext>
            </a:extLst>
          </p:cNvPr>
          <p:cNvSpPr/>
          <p:nvPr/>
        </p:nvSpPr>
        <p:spPr>
          <a:xfrm>
            <a:off x="6276900" y="2006553"/>
            <a:ext cx="5025086" cy="2534678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7BB1CFB-B981-6792-8694-DBDC3A5FB070}"/>
              </a:ext>
            </a:extLst>
          </p:cNvPr>
          <p:cNvSpPr txBox="1"/>
          <p:nvPr/>
        </p:nvSpPr>
        <p:spPr>
          <a:xfrm>
            <a:off x="7703911" y="4648914"/>
            <a:ext cx="2186337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 err="1">
                <a:latin typeface="Arial" panose="020B0604020202020204" pitchFamily="34" charset="0"/>
                <a:cs typeface="Arial" panose="020B0604020202020204" pitchFamily="34" charset="0"/>
              </a:rPr>
              <a:t>PoES.CycleProve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002C7BAB-9C2A-C697-B393-730BA802B382}"/>
              </a:ext>
            </a:extLst>
          </p:cNvPr>
          <p:cNvSpPr/>
          <p:nvPr/>
        </p:nvSpPr>
        <p:spPr>
          <a:xfrm>
            <a:off x="6210920" y="3370123"/>
            <a:ext cx="1289152" cy="214424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4" name="箭头: 右 43">
            <a:extLst>
              <a:ext uri="{FF2B5EF4-FFF2-40B4-BE49-F238E27FC236}">
                <a16:creationId xmlns:a16="http://schemas.microsoft.com/office/drawing/2014/main" id="{B975B0DF-AD74-8D75-3EF0-BA6877291F7E}"/>
              </a:ext>
            </a:extLst>
          </p:cNvPr>
          <p:cNvSpPr/>
          <p:nvPr/>
        </p:nvSpPr>
        <p:spPr>
          <a:xfrm>
            <a:off x="10836745" y="3342789"/>
            <a:ext cx="1289152" cy="214424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</p:spTree>
    <p:extLst>
      <p:ext uri="{BB962C8B-B14F-4D97-AF65-F5344CB8AC3E}">
        <p14:creationId xmlns:p14="http://schemas.microsoft.com/office/powerpoint/2010/main" val="205926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601D1E3-4225-5B2D-E8D9-A166CE47498D}"/>
              </a:ext>
            </a:extLst>
          </p:cNvPr>
          <p:cNvSpPr txBox="1"/>
          <p:nvPr/>
        </p:nvSpPr>
        <p:spPr>
          <a:xfrm>
            <a:off x="-101247" y="5071031"/>
            <a:ext cx="1698462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Challenge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36EDFAA-4431-500B-1756-453F4D9ED3B6}"/>
              </a:ext>
            </a:extLst>
          </p:cNvPr>
          <p:cNvSpPr/>
          <p:nvPr/>
        </p:nvSpPr>
        <p:spPr>
          <a:xfrm>
            <a:off x="1603135" y="4626407"/>
            <a:ext cx="514799" cy="514799"/>
          </a:xfrm>
          <a:prstGeom prst="ellipse">
            <a:avLst/>
          </a:prstGeom>
          <a:solidFill>
            <a:schemeClr val="accent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C1B1E60-F1CA-4F76-14E8-22754197AD23}"/>
              </a:ext>
            </a:extLst>
          </p:cNvPr>
          <p:cNvSpPr/>
          <p:nvPr/>
        </p:nvSpPr>
        <p:spPr>
          <a:xfrm>
            <a:off x="2955688" y="4626409"/>
            <a:ext cx="514799" cy="514799"/>
          </a:xfrm>
          <a:prstGeom prst="ellipse">
            <a:avLst/>
          </a:prstGeom>
          <a:solidFill>
            <a:schemeClr val="accent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53E7C7A-E348-E0BB-94FB-9F74A808CBCB}"/>
              </a:ext>
            </a:extLst>
          </p:cNvPr>
          <p:cNvSpPr/>
          <p:nvPr/>
        </p:nvSpPr>
        <p:spPr>
          <a:xfrm>
            <a:off x="4308237" y="4626409"/>
            <a:ext cx="514799" cy="514799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FF940971-EFA5-A03C-4E11-861C2AF8A577}"/>
              </a:ext>
            </a:extLst>
          </p:cNvPr>
          <p:cNvSpPr/>
          <p:nvPr/>
        </p:nvSpPr>
        <p:spPr>
          <a:xfrm>
            <a:off x="5660789" y="4626409"/>
            <a:ext cx="514799" cy="514799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43000C7-67C7-B46F-413E-99FEE1F5C48D}"/>
              </a:ext>
            </a:extLst>
          </p:cNvPr>
          <p:cNvSpPr/>
          <p:nvPr/>
        </p:nvSpPr>
        <p:spPr>
          <a:xfrm>
            <a:off x="2274911" y="3311958"/>
            <a:ext cx="514799" cy="514799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DD9C05C-661F-6703-FC3B-8D4063AB61A1}"/>
              </a:ext>
            </a:extLst>
          </p:cNvPr>
          <p:cNvSpPr/>
          <p:nvPr/>
        </p:nvSpPr>
        <p:spPr>
          <a:xfrm>
            <a:off x="4987287" y="3311960"/>
            <a:ext cx="514799" cy="514799"/>
          </a:xfrm>
          <a:prstGeom prst="ellipse">
            <a:avLst/>
          </a:prstGeom>
          <a:solidFill>
            <a:schemeClr val="accent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5377163-1ACB-85E0-FA3D-9221D13AC616}"/>
              </a:ext>
            </a:extLst>
          </p:cNvPr>
          <p:cNvSpPr/>
          <p:nvPr/>
        </p:nvSpPr>
        <p:spPr>
          <a:xfrm>
            <a:off x="3582087" y="1684310"/>
            <a:ext cx="514799" cy="514799"/>
          </a:xfrm>
          <a:prstGeom prst="ellipse">
            <a:avLst/>
          </a:prstGeom>
          <a:solidFill>
            <a:schemeClr val="accent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rt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1562A2C-914B-3A3D-B930-8AC1367E6504}"/>
              </a:ext>
            </a:extLst>
          </p:cNvPr>
          <p:cNvCxnSpPr>
            <a:stCxn id="11" idx="4"/>
            <a:endCxn id="7" idx="0"/>
          </p:cNvCxnSpPr>
          <p:nvPr/>
        </p:nvCxnSpPr>
        <p:spPr>
          <a:xfrm flipH="1">
            <a:off x="1860538" y="3826757"/>
            <a:ext cx="671774" cy="7996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214B7F8-C9D8-ADEE-53FB-139B7E9AD452}"/>
              </a:ext>
            </a:extLst>
          </p:cNvPr>
          <p:cNvCxnSpPr>
            <a:stCxn id="11" idx="4"/>
            <a:endCxn id="8" idx="0"/>
          </p:cNvCxnSpPr>
          <p:nvPr/>
        </p:nvCxnSpPr>
        <p:spPr>
          <a:xfrm>
            <a:off x="2532311" y="3826757"/>
            <a:ext cx="680775" cy="7996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A678B7A-D9A2-AEE0-7F26-AC4C10EE4D2E}"/>
              </a:ext>
            </a:extLst>
          </p:cNvPr>
          <p:cNvCxnSpPr>
            <a:stCxn id="12" idx="4"/>
            <a:endCxn id="9" idx="0"/>
          </p:cNvCxnSpPr>
          <p:nvPr/>
        </p:nvCxnSpPr>
        <p:spPr>
          <a:xfrm flipH="1">
            <a:off x="4565635" y="3826757"/>
            <a:ext cx="679050" cy="7996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88CB30C-603D-B24B-2D8E-14A8788FB32C}"/>
              </a:ext>
            </a:extLst>
          </p:cNvPr>
          <p:cNvCxnSpPr>
            <a:stCxn id="12" idx="4"/>
            <a:endCxn id="10" idx="0"/>
          </p:cNvCxnSpPr>
          <p:nvPr/>
        </p:nvCxnSpPr>
        <p:spPr>
          <a:xfrm>
            <a:off x="5244688" y="3826757"/>
            <a:ext cx="673499" cy="7996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EC588A64-6795-9DF5-B5F3-9906A2794EE5}"/>
              </a:ext>
            </a:extLst>
          </p:cNvPr>
          <p:cNvCxnSpPr>
            <a:cxnSpLocks/>
            <a:stCxn id="13" idx="4"/>
            <a:endCxn id="11" idx="0"/>
          </p:cNvCxnSpPr>
          <p:nvPr/>
        </p:nvCxnSpPr>
        <p:spPr>
          <a:xfrm flipH="1">
            <a:off x="2532311" y="2199107"/>
            <a:ext cx="1307176" cy="11128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ED5C219-C063-343C-3E3A-F259CF82172F}"/>
              </a:ext>
            </a:extLst>
          </p:cNvPr>
          <p:cNvCxnSpPr>
            <a:cxnSpLocks/>
            <a:stCxn id="13" idx="4"/>
            <a:endCxn id="12" idx="0"/>
          </p:cNvCxnSpPr>
          <p:nvPr/>
        </p:nvCxnSpPr>
        <p:spPr>
          <a:xfrm>
            <a:off x="3839486" y="2199109"/>
            <a:ext cx="1405201" cy="11128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D4795C00-BDBC-FB03-B485-8364E4A7962E}"/>
              </a:ext>
            </a:extLst>
          </p:cNvPr>
          <p:cNvSpPr/>
          <p:nvPr/>
        </p:nvSpPr>
        <p:spPr>
          <a:xfrm>
            <a:off x="1489036" y="4522727"/>
            <a:ext cx="4765031" cy="648208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1A4A59F-9DA3-2A6D-F643-995830E45383}"/>
              </a:ext>
            </a:extLst>
          </p:cNvPr>
          <p:cNvSpPr txBox="1"/>
          <p:nvPr/>
        </p:nvSpPr>
        <p:spPr>
          <a:xfrm>
            <a:off x="3572593" y="4846833"/>
            <a:ext cx="723805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3AAB229-E62D-B9B7-5197-0D3D5FD2F4F2}"/>
              </a:ext>
            </a:extLst>
          </p:cNvPr>
          <p:cNvSpPr txBox="1"/>
          <p:nvPr/>
        </p:nvSpPr>
        <p:spPr>
          <a:xfrm>
            <a:off x="2872700" y="5372809"/>
            <a:ext cx="1905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PoES.Prove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89685DA5-B1B8-4957-9081-1B3EC203EC10}"/>
                  </a:ext>
                </a:extLst>
              </p:cNvPr>
              <p:cNvSpPr/>
              <p:nvPr/>
            </p:nvSpPr>
            <p:spPr>
              <a:xfrm>
                <a:off x="497948" y="4648781"/>
                <a:ext cx="514799" cy="514799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89685DA5-B1B8-4957-9081-1B3EC203EC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948" y="4648781"/>
                <a:ext cx="514799" cy="51479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箭头: 右 25">
            <a:extLst>
              <a:ext uri="{FF2B5EF4-FFF2-40B4-BE49-F238E27FC236}">
                <a16:creationId xmlns:a16="http://schemas.microsoft.com/office/drawing/2014/main" id="{38600C1D-7727-2908-84F7-61E609926BF5}"/>
              </a:ext>
            </a:extLst>
          </p:cNvPr>
          <p:cNvSpPr/>
          <p:nvPr/>
        </p:nvSpPr>
        <p:spPr>
          <a:xfrm>
            <a:off x="992780" y="4795932"/>
            <a:ext cx="610355" cy="176464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1F05110-627F-1B39-80AC-0A58BAD64515}"/>
              </a:ext>
            </a:extLst>
          </p:cNvPr>
          <p:cNvSpPr/>
          <p:nvPr/>
        </p:nvSpPr>
        <p:spPr>
          <a:xfrm>
            <a:off x="1411834" y="1587399"/>
            <a:ext cx="4915814" cy="3698399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F4CD5AED-A449-3055-5F79-6C010A243115}"/>
              </a:ext>
            </a:extLst>
          </p:cNvPr>
          <p:cNvSpPr/>
          <p:nvPr/>
        </p:nvSpPr>
        <p:spPr>
          <a:xfrm>
            <a:off x="6040066" y="3348364"/>
            <a:ext cx="610355" cy="176464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C8F5DB77-C0A6-6DB8-2557-60444962BA0C}"/>
                  </a:ext>
                </a:extLst>
              </p:cNvPr>
              <p:cNvSpPr/>
              <p:nvPr/>
            </p:nvSpPr>
            <p:spPr>
              <a:xfrm>
                <a:off x="6742025" y="3123098"/>
                <a:ext cx="610355" cy="611804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𝑃𝑜𝑆</m:t>
                          </m:r>
                        </m:sub>
                      </m:sSub>
                    </m:oMath>
                  </m:oMathPara>
                </a14:m>
                <a:endParaRPr lang="zh-CN" altLang="en-US" sz="1799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C8F5DB77-C0A6-6DB8-2557-60444962BA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2025" y="3123098"/>
                <a:ext cx="610355" cy="61180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54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Data Database Storage">
            <a:extLst>
              <a:ext uri="{FF2B5EF4-FFF2-40B4-BE49-F238E27FC236}">
                <a16:creationId xmlns:a16="http://schemas.microsoft.com/office/drawing/2014/main" id="{96627F87-42C7-D3BD-7811-04E3FD3A6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450" y="1473672"/>
            <a:ext cx="548391" cy="62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Data Database Storage">
            <a:extLst>
              <a:ext uri="{FF2B5EF4-FFF2-40B4-BE49-F238E27FC236}">
                <a16:creationId xmlns:a16="http://schemas.microsoft.com/office/drawing/2014/main" id="{59EAA06A-354E-84AA-618F-B43888142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450" y="2458175"/>
            <a:ext cx="548391" cy="62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Data Database Storage">
            <a:extLst>
              <a:ext uri="{FF2B5EF4-FFF2-40B4-BE49-F238E27FC236}">
                <a16:creationId xmlns:a16="http://schemas.microsoft.com/office/drawing/2014/main" id="{5F062FB9-A351-0882-2709-BF66F2557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450" y="4131528"/>
            <a:ext cx="548391" cy="62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4703DD9-D101-821A-5CDE-C8D21B31307F}"/>
              </a:ext>
            </a:extLst>
          </p:cNvPr>
          <p:cNvSpPr txBox="1"/>
          <p:nvPr/>
        </p:nvSpPr>
        <p:spPr>
          <a:xfrm>
            <a:off x="1359165" y="3319930"/>
            <a:ext cx="461537" cy="61195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1799" dirty="0"/>
              <a:t>…</a:t>
            </a:r>
            <a:endParaRPr lang="zh-CN" altLang="en-US" sz="1799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E255ED4-6A0B-1732-292E-2E08AE176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842" y="1679362"/>
            <a:ext cx="420711" cy="4207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1C7BBF7-784C-144C-3B3A-14C9F8B10D50}"/>
                  </a:ext>
                </a:extLst>
              </p:cNvPr>
              <p:cNvSpPr txBox="1"/>
              <p:nvPr/>
            </p:nvSpPr>
            <p:spPr>
              <a:xfrm>
                <a:off x="1906574" y="1814216"/>
                <a:ext cx="420711" cy="316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1C7BBF7-784C-144C-3B3A-14C9F8B10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6574" y="1814216"/>
                <a:ext cx="420711" cy="316690"/>
              </a:xfrm>
              <a:prstGeom prst="rect">
                <a:avLst/>
              </a:prstGeom>
              <a:blipFill>
                <a:blip r:embed="rId4"/>
                <a:stretch>
                  <a:fillRect l="-5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EBEFB6FB-C4A0-6EA0-9445-D9A8292F1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842" y="2663865"/>
            <a:ext cx="420711" cy="42071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633AEDF-DA10-BE3D-7154-F328294F9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961" y="4337218"/>
            <a:ext cx="420711" cy="4207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175CF99-DD79-8A35-22E4-D8EA601CDEA9}"/>
                  </a:ext>
                </a:extLst>
              </p:cNvPr>
              <p:cNvSpPr txBox="1"/>
              <p:nvPr/>
            </p:nvSpPr>
            <p:spPr>
              <a:xfrm>
                <a:off x="1896961" y="2803577"/>
                <a:ext cx="420711" cy="316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175CF99-DD79-8A35-22E4-D8EA601CD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6961" y="2803577"/>
                <a:ext cx="420711" cy="316690"/>
              </a:xfrm>
              <a:prstGeom prst="rect">
                <a:avLst/>
              </a:prstGeom>
              <a:blipFill>
                <a:blip r:embed="rId5"/>
                <a:stretch>
                  <a:fillRect l="-5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C159988-4B05-7E4E-D77E-FF55C9487398}"/>
                  </a:ext>
                </a:extLst>
              </p:cNvPr>
              <p:cNvSpPr txBox="1"/>
              <p:nvPr/>
            </p:nvSpPr>
            <p:spPr>
              <a:xfrm>
                <a:off x="1906574" y="4473561"/>
                <a:ext cx="420711" cy="316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C159988-4B05-7E4E-D77E-FF55C9487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6574" y="4473561"/>
                <a:ext cx="420711" cy="316690"/>
              </a:xfrm>
              <a:prstGeom prst="rect">
                <a:avLst/>
              </a:prstGeom>
              <a:blipFill>
                <a:blip r:embed="rId6"/>
                <a:stretch>
                  <a:fillRect l="-72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52356160-C74A-E504-F08D-D8D134243B21}"/>
              </a:ext>
            </a:extLst>
          </p:cNvPr>
          <p:cNvCxnSpPr>
            <a:cxnSpLocks/>
          </p:cNvCxnSpPr>
          <p:nvPr/>
        </p:nvCxnSpPr>
        <p:spPr>
          <a:xfrm>
            <a:off x="2315551" y="1786873"/>
            <a:ext cx="11108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8C0D3A2-F652-E16D-71AF-0B09440C831F}"/>
              </a:ext>
            </a:extLst>
          </p:cNvPr>
          <p:cNvCxnSpPr>
            <a:cxnSpLocks/>
          </p:cNvCxnSpPr>
          <p:nvPr/>
        </p:nvCxnSpPr>
        <p:spPr>
          <a:xfrm>
            <a:off x="2317673" y="2771376"/>
            <a:ext cx="111239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1636FF6C-C069-E2C3-8134-B6425F0C88D0}"/>
              </a:ext>
            </a:extLst>
          </p:cNvPr>
          <p:cNvCxnSpPr>
            <a:cxnSpLocks/>
          </p:cNvCxnSpPr>
          <p:nvPr/>
        </p:nvCxnSpPr>
        <p:spPr>
          <a:xfrm>
            <a:off x="2314011" y="4436229"/>
            <a:ext cx="111239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180DDDC6-7DDB-F425-AE98-8A453F872CA9}"/>
                  </a:ext>
                </a:extLst>
              </p:cNvPr>
              <p:cNvSpPr/>
              <p:nvPr/>
            </p:nvSpPr>
            <p:spPr>
              <a:xfrm>
                <a:off x="3430073" y="1473674"/>
                <a:ext cx="626401" cy="626401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𝑃𝑜𝑆𝑡</m:t>
                          </m:r>
                        </m:sub>
                        <m:sup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180DDDC6-7DDB-F425-AE98-8A453F872C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0073" y="1473674"/>
                <a:ext cx="626401" cy="626401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A6312117-A663-32E2-0829-BBD58EBDE227}"/>
                  </a:ext>
                </a:extLst>
              </p:cNvPr>
              <p:cNvSpPr/>
              <p:nvPr/>
            </p:nvSpPr>
            <p:spPr>
              <a:xfrm>
                <a:off x="3426412" y="2432555"/>
                <a:ext cx="626401" cy="626401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𝑃𝑜𝑆𝑡</m:t>
                          </m:r>
                        </m:sub>
                        <m:sup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A6312117-A663-32E2-0829-BBD58EBDE2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412" y="2432555"/>
                <a:ext cx="626401" cy="626401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1F1975D7-68DD-9668-1F50-C5D20A56458D}"/>
                  </a:ext>
                </a:extLst>
              </p:cNvPr>
              <p:cNvSpPr/>
              <p:nvPr/>
            </p:nvSpPr>
            <p:spPr>
              <a:xfrm>
                <a:off x="3426412" y="4123031"/>
                <a:ext cx="626401" cy="626401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𝑃𝑜𝑆𝑡</m:t>
                          </m:r>
                        </m:sub>
                        <m:sup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1F1975D7-68DD-9668-1F50-C5D20A5645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412" y="4123031"/>
                <a:ext cx="626401" cy="626401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3" name="图片 42">
            <a:extLst>
              <a:ext uri="{FF2B5EF4-FFF2-40B4-BE49-F238E27FC236}">
                <a16:creationId xmlns:a16="http://schemas.microsoft.com/office/drawing/2014/main" id="{757568AE-6F71-631D-DBAD-7CCB3C0F47F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8804" y="2817753"/>
            <a:ext cx="626401" cy="626401"/>
          </a:xfrm>
          <a:prstGeom prst="rect">
            <a:avLst/>
          </a:prstGeom>
        </p:spPr>
      </p:pic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8D5E10EA-F1C9-DE86-D3C7-D72582D442ED}"/>
              </a:ext>
            </a:extLst>
          </p:cNvPr>
          <p:cNvCxnSpPr>
            <a:stCxn id="23" idx="6"/>
          </p:cNvCxnSpPr>
          <p:nvPr/>
        </p:nvCxnSpPr>
        <p:spPr>
          <a:xfrm>
            <a:off x="4056470" y="1786873"/>
            <a:ext cx="27264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58D7C915-611E-3165-BD07-8F984A8518D7}"/>
              </a:ext>
            </a:extLst>
          </p:cNvPr>
          <p:cNvCxnSpPr>
            <a:cxnSpLocks/>
          </p:cNvCxnSpPr>
          <p:nvPr/>
        </p:nvCxnSpPr>
        <p:spPr>
          <a:xfrm>
            <a:off x="4329112" y="1786876"/>
            <a:ext cx="0" cy="122251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2AF48D1F-2A26-9EAC-FD51-5E3EFCCA0054}"/>
              </a:ext>
            </a:extLst>
          </p:cNvPr>
          <p:cNvCxnSpPr/>
          <p:nvPr/>
        </p:nvCxnSpPr>
        <p:spPr>
          <a:xfrm>
            <a:off x="4329116" y="3009386"/>
            <a:ext cx="63658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3DA55D8F-DF55-EB4F-C6C5-E985C3BE9F92}"/>
              </a:ext>
            </a:extLst>
          </p:cNvPr>
          <p:cNvCxnSpPr>
            <a:stCxn id="24" idx="6"/>
          </p:cNvCxnSpPr>
          <p:nvPr/>
        </p:nvCxnSpPr>
        <p:spPr>
          <a:xfrm>
            <a:off x="4052814" y="2745753"/>
            <a:ext cx="37313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328E7471-E243-84C6-C754-20225B29CD43}"/>
              </a:ext>
            </a:extLst>
          </p:cNvPr>
          <p:cNvCxnSpPr>
            <a:cxnSpLocks/>
          </p:cNvCxnSpPr>
          <p:nvPr/>
        </p:nvCxnSpPr>
        <p:spPr>
          <a:xfrm>
            <a:off x="4425950" y="2745757"/>
            <a:ext cx="0" cy="38400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5798D1F4-1AF5-302D-53C5-0E05E131B1C9}"/>
              </a:ext>
            </a:extLst>
          </p:cNvPr>
          <p:cNvCxnSpPr>
            <a:cxnSpLocks/>
          </p:cNvCxnSpPr>
          <p:nvPr/>
        </p:nvCxnSpPr>
        <p:spPr>
          <a:xfrm>
            <a:off x="4425952" y="3129162"/>
            <a:ext cx="539749" cy="5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91B57B11-7E01-1A8A-6DFC-241706CD62FE}"/>
              </a:ext>
            </a:extLst>
          </p:cNvPr>
          <p:cNvCxnSpPr>
            <a:cxnSpLocks/>
          </p:cNvCxnSpPr>
          <p:nvPr/>
        </p:nvCxnSpPr>
        <p:spPr>
          <a:xfrm>
            <a:off x="4540249" y="3264119"/>
            <a:ext cx="0" cy="117211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885BE755-14E8-67A6-2112-047B11A9B6B1}"/>
              </a:ext>
            </a:extLst>
          </p:cNvPr>
          <p:cNvCxnSpPr>
            <a:stCxn id="25" idx="6"/>
          </p:cNvCxnSpPr>
          <p:nvPr/>
        </p:nvCxnSpPr>
        <p:spPr>
          <a:xfrm>
            <a:off x="4052814" y="4436229"/>
            <a:ext cx="48744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D4F6FBCA-E97E-3A7D-CCF1-7345ADA87C16}"/>
              </a:ext>
            </a:extLst>
          </p:cNvPr>
          <p:cNvCxnSpPr/>
          <p:nvPr/>
        </p:nvCxnSpPr>
        <p:spPr>
          <a:xfrm>
            <a:off x="4540250" y="3264119"/>
            <a:ext cx="42545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6" name="Picture 6" descr="Data Database Storage">
            <a:extLst>
              <a:ext uri="{FF2B5EF4-FFF2-40B4-BE49-F238E27FC236}">
                <a16:creationId xmlns:a16="http://schemas.microsoft.com/office/drawing/2014/main" id="{C274B7AF-3824-156F-456B-E70D9E15A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0140" y="1459861"/>
            <a:ext cx="548391" cy="62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Picture 6" descr="Data Database Storage">
            <a:extLst>
              <a:ext uri="{FF2B5EF4-FFF2-40B4-BE49-F238E27FC236}">
                <a16:creationId xmlns:a16="http://schemas.microsoft.com/office/drawing/2014/main" id="{B80FF336-6047-D80E-41EA-81CE8AA7B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0140" y="2444364"/>
            <a:ext cx="548391" cy="62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Picture 6" descr="Data Database Storage">
            <a:extLst>
              <a:ext uri="{FF2B5EF4-FFF2-40B4-BE49-F238E27FC236}">
                <a16:creationId xmlns:a16="http://schemas.microsoft.com/office/drawing/2014/main" id="{1BEAA5FB-EB3E-A9B0-74F0-EC1CE39B6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0140" y="4117716"/>
            <a:ext cx="548391" cy="62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文本框 88">
            <a:extLst>
              <a:ext uri="{FF2B5EF4-FFF2-40B4-BE49-F238E27FC236}">
                <a16:creationId xmlns:a16="http://schemas.microsoft.com/office/drawing/2014/main" id="{2EA47E34-3922-2594-B934-AA023903FB28}"/>
              </a:ext>
            </a:extLst>
          </p:cNvPr>
          <p:cNvSpPr txBox="1"/>
          <p:nvPr/>
        </p:nvSpPr>
        <p:spPr>
          <a:xfrm>
            <a:off x="6172854" y="3306119"/>
            <a:ext cx="461537" cy="61195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1799" dirty="0"/>
              <a:t>…</a:t>
            </a:r>
            <a:endParaRPr lang="zh-CN" altLang="en-US" sz="1799" dirty="0"/>
          </a:p>
        </p:txBody>
      </p:sp>
      <p:pic>
        <p:nvPicPr>
          <p:cNvPr id="90" name="图片 89">
            <a:extLst>
              <a:ext uri="{FF2B5EF4-FFF2-40B4-BE49-F238E27FC236}">
                <a16:creationId xmlns:a16="http://schemas.microsoft.com/office/drawing/2014/main" id="{5C988428-AAA5-A031-6401-13B55F013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528" y="1665550"/>
            <a:ext cx="420711" cy="4207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4104566B-6E8C-74D2-4C43-203C4846C9B1}"/>
                  </a:ext>
                </a:extLst>
              </p:cNvPr>
              <p:cNvSpPr txBox="1"/>
              <p:nvPr/>
            </p:nvSpPr>
            <p:spPr>
              <a:xfrm>
                <a:off x="6720263" y="1800402"/>
                <a:ext cx="420711" cy="316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4104566B-6E8C-74D2-4C43-203C4846C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263" y="1800402"/>
                <a:ext cx="420711" cy="316690"/>
              </a:xfrm>
              <a:prstGeom prst="rect">
                <a:avLst/>
              </a:prstGeom>
              <a:blipFill>
                <a:blip r:embed="rId11"/>
                <a:stretch>
                  <a:fillRect l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" name="图片 91">
            <a:extLst>
              <a:ext uri="{FF2B5EF4-FFF2-40B4-BE49-F238E27FC236}">
                <a16:creationId xmlns:a16="http://schemas.microsoft.com/office/drawing/2014/main" id="{366DBE94-A438-2D1E-C56D-B120D705A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528" y="2650056"/>
            <a:ext cx="420711" cy="420711"/>
          </a:xfrm>
          <a:prstGeom prst="rect">
            <a:avLst/>
          </a:prstGeom>
        </p:spPr>
      </p:pic>
      <p:pic>
        <p:nvPicPr>
          <p:cNvPr id="93" name="图片 92">
            <a:extLst>
              <a:ext uri="{FF2B5EF4-FFF2-40B4-BE49-F238E27FC236}">
                <a16:creationId xmlns:a16="http://schemas.microsoft.com/office/drawing/2014/main" id="{F87D3C41-3AD5-C080-9F5E-D49B98BE5D9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10648" y="4323408"/>
            <a:ext cx="420711" cy="4207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9211AC08-F343-3E12-2F52-81326BB5C169}"/>
                  </a:ext>
                </a:extLst>
              </p:cNvPr>
              <p:cNvSpPr txBox="1"/>
              <p:nvPr/>
            </p:nvSpPr>
            <p:spPr>
              <a:xfrm>
                <a:off x="6710648" y="2789763"/>
                <a:ext cx="420711" cy="316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9211AC08-F343-3E12-2F52-81326BB5C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648" y="2789763"/>
                <a:ext cx="420711" cy="31669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109B1EDC-5998-A51C-0B34-B5E460B21551}"/>
                  </a:ext>
                </a:extLst>
              </p:cNvPr>
              <p:cNvSpPr txBox="1"/>
              <p:nvPr/>
            </p:nvSpPr>
            <p:spPr>
              <a:xfrm>
                <a:off x="6720261" y="4459750"/>
                <a:ext cx="420711" cy="316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109B1EDC-5998-A51C-0B34-B5E460B21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261" y="4459750"/>
                <a:ext cx="420711" cy="316690"/>
              </a:xfrm>
              <a:prstGeom prst="rect">
                <a:avLst/>
              </a:prstGeom>
              <a:blipFill>
                <a:blip r:embed="rId14"/>
                <a:stretch>
                  <a:fillRect l="-1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FCA04A2D-F51D-1D5E-97F1-0B5CE6A84CD7}"/>
              </a:ext>
            </a:extLst>
          </p:cNvPr>
          <p:cNvCxnSpPr>
            <a:cxnSpLocks/>
          </p:cNvCxnSpPr>
          <p:nvPr/>
        </p:nvCxnSpPr>
        <p:spPr>
          <a:xfrm>
            <a:off x="7129240" y="1773059"/>
            <a:ext cx="11108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9D4D8A92-D340-A996-DE55-5940B9A36D43}"/>
              </a:ext>
            </a:extLst>
          </p:cNvPr>
          <p:cNvCxnSpPr>
            <a:cxnSpLocks/>
          </p:cNvCxnSpPr>
          <p:nvPr/>
        </p:nvCxnSpPr>
        <p:spPr>
          <a:xfrm>
            <a:off x="7131359" y="2757562"/>
            <a:ext cx="111239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C84B6C9E-131F-1B75-1DF1-0F33FA100577}"/>
              </a:ext>
            </a:extLst>
          </p:cNvPr>
          <p:cNvCxnSpPr>
            <a:cxnSpLocks/>
          </p:cNvCxnSpPr>
          <p:nvPr/>
        </p:nvCxnSpPr>
        <p:spPr>
          <a:xfrm>
            <a:off x="7127698" y="4422415"/>
            <a:ext cx="111239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椭圆 98">
                <a:extLst>
                  <a:ext uri="{FF2B5EF4-FFF2-40B4-BE49-F238E27FC236}">
                    <a16:creationId xmlns:a16="http://schemas.microsoft.com/office/drawing/2014/main" id="{0BCEE44A-3DFE-E54A-6615-A5DEBBADCDD8}"/>
                  </a:ext>
                </a:extLst>
              </p:cNvPr>
              <p:cNvSpPr/>
              <p:nvPr/>
            </p:nvSpPr>
            <p:spPr>
              <a:xfrm>
                <a:off x="8243758" y="1459861"/>
                <a:ext cx="626401" cy="626401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𝑃𝑜𝑆𝑡</m:t>
                          </m:r>
                        </m:sub>
                        <m:sup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9" name="椭圆 98">
                <a:extLst>
                  <a:ext uri="{FF2B5EF4-FFF2-40B4-BE49-F238E27FC236}">
                    <a16:creationId xmlns:a16="http://schemas.microsoft.com/office/drawing/2014/main" id="{0BCEE44A-3DFE-E54A-6615-A5DEBBADCD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3758" y="1459861"/>
                <a:ext cx="626401" cy="626401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椭圆 99">
                <a:extLst>
                  <a:ext uri="{FF2B5EF4-FFF2-40B4-BE49-F238E27FC236}">
                    <a16:creationId xmlns:a16="http://schemas.microsoft.com/office/drawing/2014/main" id="{7C41C732-B87B-920A-BC8E-8B830561B2F1}"/>
                  </a:ext>
                </a:extLst>
              </p:cNvPr>
              <p:cNvSpPr/>
              <p:nvPr/>
            </p:nvSpPr>
            <p:spPr>
              <a:xfrm>
                <a:off x="8240097" y="2418743"/>
                <a:ext cx="626401" cy="626401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𝑃𝑜𝑆𝑡</m:t>
                          </m:r>
                        </m:sub>
                        <m:sup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0" name="椭圆 99">
                <a:extLst>
                  <a:ext uri="{FF2B5EF4-FFF2-40B4-BE49-F238E27FC236}">
                    <a16:creationId xmlns:a16="http://schemas.microsoft.com/office/drawing/2014/main" id="{7C41C732-B87B-920A-BC8E-8B830561B2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0097" y="2418743"/>
                <a:ext cx="626401" cy="626401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椭圆 100">
                <a:extLst>
                  <a:ext uri="{FF2B5EF4-FFF2-40B4-BE49-F238E27FC236}">
                    <a16:creationId xmlns:a16="http://schemas.microsoft.com/office/drawing/2014/main" id="{946A5212-A19D-B592-40FB-FD35CAC7886C}"/>
                  </a:ext>
                </a:extLst>
              </p:cNvPr>
              <p:cNvSpPr/>
              <p:nvPr/>
            </p:nvSpPr>
            <p:spPr>
              <a:xfrm>
                <a:off x="8240097" y="4109217"/>
                <a:ext cx="626401" cy="626401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𝑃𝑜𝑆𝑡</m:t>
                          </m:r>
                        </m:sub>
                        <m:sup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1" name="椭圆 100">
                <a:extLst>
                  <a:ext uri="{FF2B5EF4-FFF2-40B4-BE49-F238E27FC236}">
                    <a16:creationId xmlns:a16="http://schemas.microsoft.com/office/drawing/2014/main" id="{946A5212-A19D-B592-40FB-FD35CAC788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0097" y="4109217"/>
                <a:ext cx="626401" cy="626401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" name="图片 101">
            <a:extLst>
              <a:ext uri="{FF2B5EF4-FFF2-40B4-BE49-F238E27FC236}">
                <a16:creationId xmlns:a16="http://schemas.microsoft.com/office/drawing/2014/main" id="{9C6EB511-C644-1403-241E-3DAEF8DD3DC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9386" y="4117884"/>
            <a:ext cx="626401" cy="626401"/>
          </a:xfrm>
          <a:prstGeom prst="rect">
            <a:avLst/>
          </a:prstGeom>
        </p:spPr>
      </p:pic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B71B5420-9C5D-D528-6D5C-311F9AFBE72D}"/>
              </a:ext>
            </a:extLst>
          </p:cNvPr>
          <p:cNvCxnSpPr>
            <a:stCxn id="99" idx="6"/>
          </p:cNvCxnSpPr>
          <p:nvPr/>
        </p:nvCxnSpPr>
        <p:spPr>
          <a:xfrm>
            <a:off x="8870157" y="1773059"/>
            <a:ext cx="27264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3EEA3D78-5D79-2B32-3111-BEE6648755AE}"/>
              </a:ext>
            </a:extLst>
          </p:cNvPr>
          <p:cNvCxnSpPr>
            <a:cxnSpLocks/>
          </p:cNvCxnSpPr>
          <p:nvPr/>
        </p:nvCxnSpPr>
        <p:spPr>
          <a:xfrm>
            <a:off x="9142800" y="1773062"/>
            <a:ext cx="0" cy="122251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F5D06E81-BBE8-4907-A731-83C9EF57FB1E}"/>
              </a:ext>
            </a:extLst>
          </p:cNvPr>
          <p:cNvCxnSpPr/>
          <p:nvPr/>
        </p:nvCxnSpPr>
        <p:spPr>
          <a:xfrm>
            <a:off x="9142801" y="2995572"/>
            <a:ext cx="63658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41257761-CFDD-1625-88E6-2A90991E4DFF}"/>
              </a:ext>
            </a:extLst>
          </p:cNvPr>
          <p:cNvCxnSpPr>
            <a:stCxn id="100" idx="6"/>
          </p:cNvCxnSpPr>
          <p:nvPr/>
        </p:nvCxnSpPr>
        <p:spPr>
          <a:xfrm>
            <a:off x="8866499" y="2731942"/>
            <a:ext cx="37313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B633BDBE-420A-3851-222C-29C14D484310}"/>
              </a:ext>
            </a:extLst>
          </p:cNvPr>
          <p:cNvCxnSpPr>
            <a:cxnSpLocks/>
          </p:cNvCxnSpPr>
          <p:nvPr/>
        </p:nvCxnSpPr>
        <p:spPr>
          <a:xfrm>
            <a:off x="9239637" y="2731943"/>
            <a:ext cx="0" cy="38400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1A924840-8CFE-5679-67B9-BF82D2049A5F}"/>
              </a:ext>
            </a:extLst>
          </p:cNvPr>
          <p:cNvCxnSpPr>
            <a:cxnSpLocks/>
          </p:cNvCxnSpPr>
          <p:nvPr/>
        </p:nvCxnSpPr>
        <p:spPr>
          <a:xfrm>
            <a:off x="9239639" y="3115348"/>
            <a:ext cx="539749" cy="5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4BF6A56F-01B7-F770-16E4-3DEC3E3F2A8D}"/>
              </a:ext>
            </a:extLst>
          </p:cNvPr>
          <p:cNvCxnSpPr>
            <a:cxnSpLocks/>
          </p:cNvCxnSpPr>
          <p:nvPr/>
        </p:nvCxnSpPr>
        <p:spPr>
          <a:xfrm>
            <a:off x="9353936" y="3250308"/>
            <a:ext cx="0" cy="117211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38A64DA5-9F2F-0A1B-539E-EF8AF99D4481}"/>
              </a:ext>
            </a:extLst>
          </p:cNvPr>
          <p:cNvCxnSpPr>
            <a:stCxn id="101" idx="6"/>
          </p:cNvCxnSpPr>
          <p:nvPr/>
        </p:nvCxnSpPr>
        <p:spPr>
          <a:xfrm>
            <a:off x="8866499" y="4422415"/>
            <a:ext cx="48744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476AAB70-0D9C-C6F5-1D23-5D6D2AA68CC4}"/>
              </a:ext>
            </a:extLst>
          </p:cNvPr>
          <p:cNvCxnSpPr/>
          <p:nvPr/>
        </p:nvCxnSpPr>
        <p:spPr>
          <a:xfrm>
            <a:off x="9353937" y="3250308"/>
            <a:ext cx="42545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矩形 111">
            <a:extLst>
              <a:ext uri="{FF2B5EF4-FFF2-40B4-BE49-F238E27FC236}">
                <a16:creationId xmlns:a16="http://schemas.microsoft.com/office/drawing/2014/main" id="{87E44A21-AFCC-1A99-6866-7E388FCCC09F}"/>
              </a:ext>
            </a:extLst>
          </p:cNvPr>
          <p:cNvSpPr/>
          <p:nvPr/>
        </p:nvSpPr>
        <p:spPr>
          <a:xfrm>
            <a:off x="9779607" y="2793253"/>
            <a:ext cx="626401" cy="6264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E19381CC-66AB-C003-E8BB-839AE11C2A4E}"/>
              </a:ext>
            </a:extLst>
          </p:cNvPr>
          <p:cNvSpPr txBox="1"/>
          <p:nvPr/>
        </p:nvSpPr>
        <p:spPr>
          <a:xfrm>
            <a:off x="9710958" y="2874220"/>
            <a:ext cx="763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Aggregate</a:t>
            </a:r>
            <a:endParaRPr lang="zh-CN" altLang="en-US" sz="1400" dirty="0"/>
          </a:p>
        </p:txBody>
      </p: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D1545C92-7375-FE32-C279-3771EB8AD51E}"/>
              </a:ext>
            </a:extLst>
          </p:cNvPr>
          <p:cNvCxnSpPr>
            <a:cxnSpLocks/>
            <a:stCxn id="112" idx="2"/>
            <a:endCxn id="102" idx="0"/>
          </p:cNvCxnSpPr>
          <p:nvPr/>
        </p:nvCxnSpPr>
        <p:spPr>
          <a:xfrm flipH="1">
            <a:off x="10092588" y="3419654"/>
            <a:ext cx="223" cy="6982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9205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Data Database Storage">
            <a:extLst>
              <a:ext uri="{FF2B5EF4-FFF2-40B4-BE49-F238E27FC236}">
                <a16:creationId xmlns:a16="http://schemas.microsoft.com/office/drawing/2014/main" id="{C08D5153-4EE8-FA21-A9A7-63C2F6A75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" y="192208"/>
            <a:ext cx="583057" cy="66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59F9F3F-51A5-B9BC-5519-BA6D69937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47" y="446979"/>
            <a:ext cx="439200" cy="439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B4392EB-DF11-ACBA-82D0-3DFF69DF9A86}"/>
                  </a:ext>
                </a:extLst>
              </p:cNvPr>
              <p:cNvSpPr txBox="1"/>
              <p:nvPr/>
            </p:nvSpPr>
            <p:spPr>
              <a:xfrm>
                <a:off x="632655" y="563832"/>
                <a:ext cx="420711" cy="380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79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B4392EB-DF11-ACBA-82D0-3DFF69DF9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655" y="563832"/>
                <a:ext cx="420711" cy="380810"/>
              </a:xfrm>
              <a:prstGeom prst="rect">
                <a:avLst/>
              </a:prstGeom>
              <a:blipFill>
                <a:blip r:embed="rId4"/>
                <a:stretch>
                  <a:fillRect l="-21739" r="-72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73D8E4B-06EC-2D69-FFB9-AFC5D333F44C}"/>
              </a:ext>
            </a:extLst>
          </p:cNvPr>
          <p:cNvCxnSpPr>
            <a:cxnSpLocks/>
          </p:cNvCxnSpPr>
          <p:nvPr/>
        </p:nvCxnSpPr>
        <p:spPr>
          <a:xfrm flipV="1">
            <a:off x="1032947" y="558482"/>
            <a:ext cx="1065204" cy="535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F3A8DD18-B11E-55E9-CC16-3B8BDB8F6165}"/>
                  </a:ext>
                </a:extLst>
              </p:cNvPr>
              <p:cNvSpPr/>
              <p:nvPr/>
            </p:nvSpPr>
            <p:spPr>
              <a:xfrm>
                <a:off x="2101814" y="192208"/>
                <a:ext cx="666000" cy="666000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𝑃𝑜𝑆𝑡</m:t>
                          </m:r>
                        </m:sub>
                        <m:sup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F3A8DD18-B11E-55E9-CC16-3B8BDB8F61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814" y="192208"/>
                <a:ext cx="666000" cy="666000"/>
              </a:xfrm>
              <a:prstGeom prst="ellipse">
                <a:avLst/>
              </a:prstGeom>
              <a:blipFill>
                <a:blip r:embed="rId5"/>
                <a:stretch>
                  <a:fillRect l="-5263"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图片 19">
            <a:extLst>
              <a:ext uri="{FF2B5EF4-FFF2-40B4-BE49-F238E27FC236}">
                <a16:creationId xmlns:a16="http://schemas.microsoft.com/office/drawing/2014/main" id="{5840E173-CAC2-E147-483B-B745E54CF5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6721" y="1346020"/>
            <a:ext cx="626401" cy="626401"/>
          </a:xfrm>
          <a:prstGeom prst="rect">
            <a:avLst/>
          </a:prstGeom>
        </p:spPr>
      </p:pic>
      <p:pic>
        <p:nvPicPr>
          <p:cNvPr id="31" name="Picture 6" descr="Data Database Storage">
            <a:extLst>
              <a:ext uri="{FF2B5EF4-FFF2-40B4-BE49-F238E27FC236}">
                <a16:creationId xmlns:a16="http://schemas.microsoft.com/office/drawing/2014/main" id="{35C8B43D-7D25-BD8D-9349-8D9E083AD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3" y="1252457"/>
            <a:ext cx="583057" cy="66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0940DF06-4845-14E6-FA6D-35C9360D9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88" y="1507228"/>
            <a:ext cx="439200" cy="439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A0F9CA8-B260-A9C2-3CE9-5D1F07FD444E}"/>
                  </a:ext>
                </a:extLst>
              </p:cNvPr>
              <p:cNvSpPr txBox="1"/>
              <p:nvPr/>
            </p:nvSpPr>
            <p:spPr>
              <a:xfrm>
                <a:off x="628994" y="1624083"/>
                <a:ext cx="420711" cy="380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79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A0F9CA8-B260-A9C2-3CE9-5D1F07FD4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94" y="1624083"/>
                <a:ext cx="420711" cy="380810"/>
              </a:xfrm>
              <a:prstGeom prst="rect">
                <a:avLst/>
              </a:prstGeom>
              <a:blipFill>
                <a:blip r:embed="rId7"/>
                <a:stretch>
                  <a:fillRect l="-21739" r="-72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C05EE43A-FC07-550B-F9B4-04AD65AF2607}"/>
              </a:ext>
            </a:extLst>
          </p:cNvPr>
          <p:cNvCxnSpPr>
            <a:cxnSpLocks/>
          </p:cNvCxnSpPr>
          <p:nvPr/>
        </p:nvCxnSpPr>
        <p:spPr>
          <a:xfrm flipV="1">
            <a:off x="1029288" y="1618731"/>
            <a:ext cx="1065204" cy="535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6A049914-1D28-E4A2-E4EA-6A15637D1F42}"/>
                  </a:ext>
                </a:extLst>
              </p:cNvPr>
              <p:cNvSpPr/>
              <p:nvPr/>
            </p:nvSpPr>
            <p:spPr>
              <a:xfrm>
                <a:off x="2098152" y="1252457"/>
                <a:ext cx="666000" cy="666000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𝑃𝑜𝑆𝑡</m:t>
                          </m:r>
                        </m:sub>
                        <m:sup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6A049914-1D28-E4A2-E4EA-6A15637D1F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8152" y="1252457"/>
                <a:ext cx="666000" cy="666000"/>
              </a:xfrm>
              <a:prstGeom prst="ellipse">
                <a:avLst/>
              </a:prstGeom>
              <a:blipFill>
                <a:blip r:embed="rId8"/>
                <a:stretch>
                  <a:fillRect l="-5263"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B1393C78-88CA-3878-9971-E4981CC6E180}"/>
              </a:ext>
            </a:extLst>
          </p:cNvPr>
          <p:cNvSpPr txBox="1"/>
          <p:nvPr/>
        </p:nvSpPr>
        <p:spPr>
          <a:xfrm>
            <a:off x="3" y="2147536"/>
            <a:ext cx="492443" cy="61195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7" name="Picture 6" descr="Data Database Storage">
            <a:extLst>
              <a:ext uri="{FF2B5EF4-FFF2-40B4-BE49-F238E27FC236}">
                <a16:creationId xmlns:a16="http://schemas.microsoft.com/office/drawing/2014/main" id="{6CC624E1-4F18-778E-3BA8-4AE22F2AC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1" y="2874783"/>
            <a:ext cx="583057" cy="66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49EE3878-632B-77BC-DDCA-65A7C95BA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26" y="3129557"/>
            <a:ext cx="439200" cy="439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F75F363A-9E24-0C55-2D4D-A2F5466D9F60}"/>
                  </a:ext>
                </a:extLst>
              </p:cNvPr>
              <p:cNvSpPr txBox="1"/>
              <p:nvPr/>
            </p:nvSpPr>
            <p:spPr>
              <a:xfrm>
                <a:off x="625334" y="3246409"/>
                <a:ext cx="420711" cy="380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79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F75F363A-9E24-0C55-2D4D-A2F5466D9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334" y="3246409"/>
                <a:ext cx="420711" cy="380810"/>
              </a:xfrm>
              <a:prstGeom prst="rect">
                <a:avLst/>
              </a:prstGeom>
              <a:blipFill>
                <a:blip r:embed="rId9"/>
                <a:stretch>
                  <a:fillRect l="-24638" r="-72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159A3000-5ADC-CFC2-2696-B02126B6B18D}"/>
              </a:ext>
            </a:extLst>
          </p:cNvPr>
          <p:cNvCxnSpPr>
            <a:cxnSpLocks/>
          </p:cNvCxnSpPr>
          <p:nvPr/>
        </p:nvCxnSpPr>
        <p:spPr>
          <a:xfrm flipV="1">
            <a:off x="1025626" y="3241058"/>
            <a:ext cx="1065204" cy="535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701D15DC-6711-F3F8-8D05-66EAE05B8A98}"/>
                  </a:ext>
                </a:extLst>
              </p:cNvPr>
              <p:cNvSpPr/>
              <p:nvPr/>
            </p:nvSpPr>
            <p:spPr>
              <a:xfrm>
                <a:off x="2094491" y="2874783"/>
                <a:ext cx="666000" cy="666000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𝑃𝑜𝑆𝑡</m:t>
                          </m:r>
                        </m:sub>
                        <m:sup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701D15DC-6711-F3F8-8D05-66EAE05B8A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491" y="2874783"/>
                <a:ext cx="666000" cy="666000"/>
              </a:xfrm>
              <a:prstGeom prst="ellipse">
                <a:avLst/>
              </a:prstGeom>
              <a:blipFill>
                <a:blip r:embed="rId10"/>
                <a:stretch>
                  <a:fillRect l="-6140"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B600D069-36D1-F386-4A87-307DD020FFA6}"/>
              </a:ext>
            </a:extLst>
          </p:cNvPr>
          <p:cNvCxnSpPr>
            <a:cxnSpLocks/>
            <a:stCxn id="17" idx="6"/>
          </p:cNvCxnSpPr>
          <p:nvPr/>
        </p:nvCxnSpPr>
        <p:spPr>
          <a:xfrm>
            <a:off x="2767815" y="525206"/>
            <a:ext cx="201239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9E078001-431A-F82A-9F7D-FAAE3CDBAB37}"/>
              </a:ext>
            </a:extLst>
          </p:cNvPr>
          <p:cNvSpPr txBox="1"/>
          <p:nvPr/>
        </p:nvSpPr>
        <p:spPr>
          <a:xfrm>
            <a:off x="2833998" y="155876"/>
            <a:ext cx="2005356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Verify version 1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6998BECA-8104-294B-04D8-D2F872A2EEF3}"/>
              </a:ext>
            </a:extLst>
          </p:cNvPr>
          <p:cNvCxnSpPr/>
          <p:nvPr/>
        </p:nvCxnSpPr>
        <p:spPr>
          <a:xfrm>
            <a:off x="2763063" y="1603709"/>
            <a:ext cx="20412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089FEC80-B0CD-53F2-E3CD-6B3D9013CDF8}"/>
              </a:ext>
            </a:extLst>
          </p:cNvPr>
          <p:cNvSpPr txBox="1"/>
          <p:nvPr/>
        </p:nvSpPr>
        <p:spPr>
          <a:xfrm>
            <a:off x="2829248" y="1234379"/>
            <a:ext cx="2005356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Verify version 2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E920E0B9-7602-C163-D301-B36A92C777CF}"/>
              </a:ext>
            </a:extLst>
          </p:cNvPr>
          <p:cNvCxnSpPr/>
          <p:nvPr/>
        </p:nvCxnSpPr>
        <p:spPr>
          <a:xfrm>
            <a:off x="2767816" y="3231833"/>
            <a:ext cx="207720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42B20A15-2228-6AA5-46A6-8456D4A14B2D}"/>
              </a:ext>
            </a:extLst>
          </p:cNvPr>
          <p:cNvSpPr txBox="1"/>
          <p:nvPr/>
        </p:nvSpPr>
        <p:spPr>
          <a:xfrm>
            <a:off x="2833998" y="2862501"/>
            <a:ext cx="2005356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Verify version n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D88C6A42-0F5E-8978-5F03-3E019789522C}"/>
              </a:ext>
            </a:extLst>
          </p:cNvPr>
          <p:cNvCxnSpPr>
            <a:cxnSpLocks/>
          </p:cNvCxnSpPr>
          <p:nvPr/>
        </p:nvCxnSpPr>
        <p:spPr>
          <a:xfrm>
            <a:off x="4773169" y="525207"/>
            <a:ext cx="0" cy="990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FC792F93-8CD6-DB5F-8C8D-77847C31F451}"/>
              </a:ext>
            </a:extLst>
          </p:cNvPr>
          <p:cNvCxnSpPr>
            <a:cxnSpLocks/>
          </p:cNvCxnSpPr>
          <p:nvPr/>
        </p:nvCxnSpPr>
        <p:spPr>
          <a:xfrm>
            <a:off x="4773170" y="1507230"/>
            <a:ext cx="55607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BEE120E9-C8DA-94C4-F699-422DDAA1A7EA}"/>
              </a:ext>
            </a:extLst>
          </p:cNvPr>
          <p:cNvCxnSpPr>
            <a:cxnSpLocks/>
          </p:cNvCxnSpPr>
          <p:nvPr/>
        </p:nvCxnSpPr>
        <p:spPr>
          <a:xfrm>
            <a:off x="4773172" y="1603709"/>
            <a:ext cx="55309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359EBE79-0A47-C6CA-63D0-E6146F418D19}"/>
              </a:ext>
            </a:extLst>
          </p:cNvPr>
          <p:cNvCxnSpPr>
            <a:cxnSpLocks/>
          </p:cNvCxnSpPr>
          <p:nvPr/>
        </p:nvCxnSpPr>
        <p:spPr>
          <a:xfrm flipV="1">
            <a:off x="4834604" y="1687848"/>
            <a:ext cx="0" cy="153133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8EC1C302-1E67-0741-D27C-6C6354263316}"/>
              </a:ext>
            </a:extLst>
          </p:cNvPr>
          <p:cNvCxnSpPr/>
          <p:nvPr/>
        </p:nvCxnSpPr>
        <p:spPr>
          <a:xfrm>
            <a:off x="4834605" y="1693069"/>
            <a:ext cx="486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F08B49F8-AED8-34DA-B095-6DB74EBC3157}"/>
              </a:ext>
            </a:extLst>
          </p:cNvPr>
          <p:cNvSpPr txBox="1"/>
          <p:nvPr/>
        </p:nvSpPr>
        <p:spPr>
          <a:xfrm>
            <a:off x="-304475" y="3670875"/>
            <a:ext cx="62674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Verification of Multi-Version File in DSN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9" name="Picture 6" descr="Data Database Storage">
            <a:extLst>
              <a:ext uri="{FF2B5EF4-FFF2-40B4-BE49-F238E27FC236}">
                <a16:creationId xmlns:a16="http://schemas.microsoft.com/office/drawing/2014/main" id="{C063108C-78DC-8DB7-F303-36D90BE65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288" y="113982"/>
            <a:ext cx="583057" cy="66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图片 69">
            <a:extLst>
              <a:ext uri="{FF2B5EF4-FFF2-40B4-BE49-F238E27FC236}">
                <a16:creationId xmlns:a16="http://schemas.microsoft.com/office/drawing/2014/main" id="{B25CE4EE-9BAA-842C-0CC8-AC912F96C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841" y="368755"/>
            <a:ext cx="439200" cy="439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056EB435-0902-80D8-6F4A-C607D9B4A45F}"/>
                  </a:ext>
                </a:extLst>
              </p:cNvPr>
              <p:cNvSpPr txBox="1"/>
              <p:nvPr/>
            </p:nvSpPr>
            <p:spPr>
              <a:xfrm>
                <a:off x="6829751" y="485607"/>
                <a:ext cx="420711" cy="380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79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056EB435-0902-80D8-6F4A-C607D9B4A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751" y="485607"/>
                <a:ext cx="420711" cy="380810"/>
              </a:xfrm>
              <a:prstGeom prst="rect">
                <a:avLst/>
              </a:prstGeom>
              <a:blipFill>
                <a:blip r:embed="rId11"/>
                <a:stretch>
                  <a:fillRect l="-21739" r="-72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08C2AE50-FF78-B03F-7333-89E683696AD9}"/>
              </a:ext>
            </a:extLst>
          </p:cNvPr>
          <p:cNvCxnSpPr>
            <a:cxnSpLocks/>
          </p:cNvCxnSpPr>
          <p:nvPr/>
        </p:nvCxnSpPr>
        <p:spPr>
          <a:xfrm flipV="1">
            <a:off x="7230042" y="480258"/>
            <a:ext cx="1065204" cy="535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椭圆 72">
                <a:extLst>
                  <a:ext uri="{FF2B5EF4-FFF2-40B4-BE49-F238E27FC236}">
                    <a16:creationId xmlns:a16="http://schemas.microsoft.com/office/drawing/2014/main" id="{A52BE200-4B64-71EA-7A56-D4097CF31B66}"/>
                  </a:ext>
                </a:extLst>
              </p:cNvPr>
              <p:cNvSpPr/>
              <p:nvPr/>
            </p:nvSpPr>
            <p:spPr>
              <a:xfrm>
                <a:off x="8298908" y="113982"/>
                <a:ext cx="666000" cy="666000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𝑃𝑜𝑆𝑡</m:t>
                          </m:r>
                        </m:sub>
                        <m:sup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椭圆 72">
                <a:extLst>
                  <a:ext uri="{FF2B5EF4-FFF2-40B4-BE49-F238E27FC236}">
                    <a16:creationId xmlns:a16="http://schemas.microsoft.com/office/drawing/2014/main" id="{A52BE200-4B64-71EA-7A56-D4097CF31B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8908" y="113982"/>
                <a:ext cx="666000" cy="666000"/>
              </a:xfrm>
              <a:prstGeom prst="ellipse">
                <a:avLst/>
              </a:prstGeom>
              <a:blipFill>
                <a:blip r:embed="rId12"/>
                <a:stretch>
                  <a:fillRect l="-5217"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4" name="图片 73">
            <a:extLst>
              <a:ext uri="{FF2B5EF4-FFF2-40B4-BE49-F238E27FC236}">
                <a16:creationId xmlns:a16="http://schemas.microsoft.com/office/drawing/2014/main" id="{6FC1F61D-7DF2-08A3-A29E-FE7718347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2712" y="1267791"/>
            <a:ext cx="626401" cy="626401"/>
          </a:xfrm>
          <a:prstGeom prst="rect">
            <a:avLst/>
          </a:prstGeom>
        </p:spPr>
      </p:pic>
      <p:pic>
        <p:nvPicPr>
          <p:cNvPr id="75" name="Picture 6" descr="Data Database Storage">
            <a:extLst>
              <a:ext uri="{FF2B5EF4-FFF2-40B4-BE49-F238E27FC236}">
                <a16:creationId xmlns:a16="http://schemas.microsoft.com/office/drawing/2014/main" id="{8167B1A0-B3DE-E738-A6B3-858DD66D3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1626" y="1174230"/>
            <a:ext cx="583057" cy="66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822E57D9-DD94-1409-60B0-30988F50D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182" y="1429004"/>
            <a:ext cx="439200" cy="439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43A49517-E14F-7F33-A4AD-FCA30426DD2F}"/>
                  </a:ext>
                </a:extLst>
              </p:cNvPr>
              <p:cNvSpPr txBox="1"/>
              <p:nvPr/>
            </p:nvSpPr>
            <p:spPr>
              <a:xfrm>
                <a:off x="6826090" y="1545856"/>
                <a:ext cx="420711" cy="380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79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43A49517-E14F-7F33-A4AD-FCA30426D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90" y="1545856"/>
                <a:ext cx="420711" cy="380810"/>
              </a:xfrm>
              <a:prstGeom prst="rect">
                <a:avLst/>
              </a:prstGeom>
              <a:blipFill>
                <a:blip r:embed="rId13"/>
                <a:stretch>
                  <a:fillRect l="-21739" r="-72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5F42D0FC-0249-9744-1E92-7DB95BF81E89}"/>
              </a:ext>
            </a:extLst>
          </p:cNvPr>
          <p:cNvCxnSpPr>
            <a:cxnSpLocks/>
          </p:cNvCxnSpPr>
          <p:nvPr/>
        </p:nvCxnSpPr>
        <p:spPr>
          <a:xfrm flipV="1">
            <a:off x="7226382" y="1540506"/>
            <a:ext cx="1065204" cy="535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03962648-D493-5EAD-2F81-43329BE5459A}"/>
                  </a:ext>
                </a:extLst>
              </p:cNvPr>
              <p:cNvSpPr/>
              <p:nvPr/>
            </p:nvSpPr>
            <p:spPr>
              <a:xfrm>
                <a:off x="8295246" y="1174230"/>
                <a:ext cx="666000" cy="666000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𝑃𝑜𝑆𝑡</m:t>
                          </m:r>
                        </m:sub>
                        <m:sup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03962648-D493-5EAD-2F81-43329BE545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246" y="1174230"/>
                <a:ext cx="666000" cy="666000"/>
              </a:xfrm>
              <a:prstGeom prst="ellipse">
                <a:avLst/>
              </a:prstGeom>
              <a:blipFill>
                <a:blip r:embed="rId14"/>
                <a:stretch>
                  <a:fillRect l="-5263"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文本框 79">
            <a:extLst>
              <a:ext uri="{FF2B5EF4-FFF2-40B4-BE49-F238E27FC236}">
                <a16:creationId xmlns:a16="http://schemas.microsoft.com/office/drawing/2014/main" id="{4AFB46F7-6380-CF08-AF3F-A5028302D56B}"/>
              </a:ext>
            </a:extLst>
          </p:cNvPr>
          <p:cNvSpPr txBox="1"/>
          <p:nvPr/>
        </p:nvSpPr>
        <p:spPr>
          <a:xfrm>
            <a:off x="6197101" y="2069311"/>
            <a:ext cx="492443" cy="61195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1" name="Picture 6" descr="Data Database Storage">
            <a:extLst>
              <a:ext uri="{FF2B5EF4-FFF2-40B4-BE49-F238E27FC236}">
                <a16:creationId xmlns:a16="http://schemas.microsoft.com/office/drawing/2014/main" id="{D47BE053-E638-A285-23F4-BB31A76E0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967" y="2796559"/>
            <a:ext cx="583057" cy="66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图片 81">
            <a:extLst>
              <a:ext uri="{FF2B5EF4-FFF2-40B4-BE49-F238E27FC236}">
                <a16:creationId xmlns:a16="http://schemas.microsoft.com/office/drawing/2014/main" id="{2BEA4947-8674-F5C2-462E-CB5962687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520" y="3051330"/>
            <a:ext cx="439200" cy="439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37AC09AA-2346-3173-9B63-6F79925434B6}"/>
                  </a:ext>
                </a:extLst>
              </p:cNvPr>
              <p:cNvSpPr txBox="1"/>
              <p:nvPr/>
            </p:nvSpPr>
            <p:spPr>
              <a:xfrm>
                <a:off x="6822430" y="3168182"/>
                <a:ext cx="420711" cy="380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79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37AC09AA-2346-3173-9B63-6F7992543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2430" y="3168182"/>
                <a:ext cx="420711" cy="380810"/>
              </a:xfrm>
              <a:prstGeom prst="rect">
                <a:avLst/>
              </a:prstGeom>
              <a:blipFill>
                <a:blip r:embed="rId15"/>
                <a:stretch>
                  <a:fillRect l="-23188" r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057112A6-1855-EA2C-0124-972309A076C9}"/>
              </a:ext>
            </a:extLst>
          </p:cNvPr>
          <p:cNvCxnSpPr>
            <a:cxnSpLocks/>
          </p:cNvCxnSpPr>
          <p:nvPr/>
        </p:nvCxnSpPr>
        <p:spPr>
          <a:xfrm flipV="1">
            <a:off x="7222720" y="3162835"/>
            <a:ext cx="1065204" cy="535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椭圆 84">
                <a:extLst>
                  <a:ext uri="{FF2B5EF4-FFF2-40B4-BE49-F238E27FC236}">
                    <a16:creationId xmlns:a16="http://schemas.microsoft.com/office/drawing/2014/main" id="{F27023E3-C80C-1EA0-DC95-C3038DE0F121}"/>
                  </a:ext>
                </a:extLst>
              </p:cNvPr>
              <p:cNvSpPr/>
              <p:nvPr/>
            </p:nvSpPr>
            <p:spPr>
              <a:xfrm>
                <a:off x="8291585" y="2796559"/>
                <a:ext cx="666000" cy="666000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𝑃𝑜𝑆𝑡</m:t>
                          </m:r>
                        </m:sub>
                        <m:sup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5" name="椭圆 84">
                <a:extLst>
                  <a:ext uri="{FF2B5EF4-FFF2-40B4-BE49-F238E27FC236}">
                    <a16:creationId xmlns:a16="http://schemas.microsoft.com/office/drawing/2014/main" id="{F27023E3-C80C-1EA0-DC95-C3038DE0F1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585" y="2796559"/>
                <a:ext cx="666000" cy="666000"/>
              </a:xfrm>
              <a:prstGeom prst="ellipse">
                <a:avLst/>
              </a:prstGeom>
              <a:blipFill>
                <a:blip r:embed="rId16"/>
                <a:stretch>
                  <a:fillRect l="-5263"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F510666A-3AD8-812C-F6D0-201A0DB64B94}"/>
              </a:ext>
            </a:extLst>
          </p:cNvPr>
          <p:cNvCxnSpPr>
            <a:cxnSpLocks/>
          </p:cNvCxnSpPr>
          <p:nvPr/>
        </p:nvCxnSpPr>
        <p:spPr>
          <a:xfrm>
            <a:off x="8964909" y="3153607"/>
            <a:ext cx="1737305" cy="922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文本框 90">
            <a:extLst>
              <a:ext uri="{FF2B5EF4-FFF2-40B4-BE49-F238E27FC236}">
                <a16:creationId xmlns:a16="http://schemas.microsoft.com/office/drawing/2014/main" id="{BC833D40-0130-5415-702A-1A03B6055730}"/>
              </a:ext>
            </a:extLst>
          </p:cNvPr>
          <p:cNvSpPr txBox="1"/>
          <p:nvPr/>
        </p:nvSpPr>
        <p:spPr>
          <a:xfrm>
            <a:off x="8808697" y="2793503"/>
            <a:ext cx="2005356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Verify version n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3B928A50-5C62-DA13-E1DE-429003D2AB24}"/>
              </a:ext>
            </a:extLst>
          </p:cNvPr>
          <p:cNvCxnSpPr>
            <a:cxnSpLocks/>
          </p:cNvCxnSpPr>
          <p:nvPr/>
        </p:nvCxnSpPr>
        <p:spPr>
          <a:xfrm flipV="1">
            <a:off x="10702212" y="1603710"/>
            <a:ext cx="0" cy="156903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FA470C2C-6AA3-F9DA-020A-D740DBEF3F93}"/>
              </a:ext>
            </a:extLst>
          </p:cNvPr>
          <p:cNvCxnSpPr/>
          <p:nvPr/>
        </p:nvCxnSpPr>
        <p:spPr>
          <a:xfrm>
            <a:off x="10710598" y="1614843"/>
            <a:ext cx="486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>
            <a:extLst>
              <a:ext uri="{FF2B5EF4-FFF2-40B4-BE49-F238E27FC236}">
                <a16:creationId xmlns:a16="http://schemas.microsoft.com/office/drawing/2014/main" id="{E59018E7-3CA0-EE50-B70A-14F0B19359B0}"/>
              </a:ext>
            </a:extLst>
          </p:cNvPr>
          <p:cNvSpPr txBox="1"/>
          <p:nvPr/>
        </p:nvSpPr>
        <p:spPr>
          <a:xfrm>
            <a:off x="8459165" y="774119"/>
            <a:ext cx="3238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517BF71B-3424-BAEF-AC71-4CD1E9AFFD8B}"/>
              </a:ext>
            </a:extLst>
          </p:cNvPr>
          <p:cNvSpPr txBox="1"/>
          <p:nvPr/>
        </p:nvSpPr>
        <p:spPr>
          <a:xfrm>
            <a:off x="8456322" y="1868207"/>
            <a:ext cx="492443" cy="61195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26C94686-896F-522F-2B8E-2DBAF3F5598F}"/>
              </a:ext>
            </a:extLst>
          </p:cNvPr>
          <p:cNvSpPr txBox="1"/>
          <p:nvPr/>
        </p:nvSpPr>
        <p:spPr>
          <a:xfrm>
            <a:off x="8472469" y="2396446"/>
            <a:ext cx="3238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858C6E51-838A-3717-46D3-D3AD2F5A3AD9}"/>
              </a:ext>
            </a:extLst>
          </p:cNvPr>
          <p:cNvSpPr txBox="1"/>
          <p:nvPr/>
        </p:nvSpPr>
        <p:spPr>
          <a:xfrm>
            <a:off x="5962973" y="3656625"/>
            <a:ext cx="6267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Verification of Multi-Version File with Deduplication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271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椭圆 3">
                <a:extLst>
                  <a:ext uri="{FF2B5EF4-FFF2-40B4-BE49-F238E27FC236}">
                    <a16:creationId xmlns:a16="http://schemas.microsoft.com/office/drawing/2014/main" id="{44A909A3-90F6-3FCF-08B3-FDEBD863E631}"/>
                  </a:ext>
                </a:extLst>
              </p:cNvPr>
              <p:cNvSpPr/>
              <p:nvPr/>
            </p:nvSpPr>
            <p:spPr>
              <a:xfrm>
                <a:off x="1029857" y="5418580"/>
                <a:ext cx="626401" cy="626401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1799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椭圆 3">
                <a:extLst>
                  <a:ext uri="{FF2B5EF4-FFF2-40B4-BE49-F238E27FC236}">
                    <a16:creationId xmlns:a16="http://schemas.microsoft.com/office/drawing/2014/main" id="{44A909A3-90F6-3FCF-08B3-FDEBD863E6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57" y="5418580"/>
                <a:ext cx="626401" cy="62640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4F805861-C8FD-D382-54CA-37D3B5D8DAA6}"/>
                  </a:ext>
                </a:extLst>
              </p:cNvPr>
              <p:cNvSpPr/>
              <p:nvPr/>
            </p:nvSpPr>
            <p:spPr>
              <a:xfrm>
                <a:off x="2382406" y="5418580"/>
                <a:ext cx="626401" cy="626401"/>
              </a:xfrm>
              <a:prstGeom prst="ellipse">
                <a:avLst/>
              </a:prstGeom>
              <a:solidFill>
                <a:srgbClr val="FFFFFF"/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4F805861-C8FD-D382-54CA-37D3B5D8DA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406" y="5418580"/>
                <a:ext cx="626401" cy="62640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62E57F01-6769-57AD-82FF-14CC4B2AA154}"/>
                  </a:ext>
                </a:extLst>
              </p:cNvPr>
              <p:cNvSpPr/>
              <p:nvPr/>
            </p:nvSpPr>
            <p:spPr>
              <a:xfrm>
                <a:off x="3734960" y="5418582"/>
                <a:ext cx="626401" cy="626401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62E57F01-6769-57AD-82FF-14CC4B2AA1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4960" y="5418582"/>
                <a:ext cx="626401" cy="62640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B9B37796-D245-1DB6-9C65-F066FE7A8E60}"/>
                  </a:ext>
                </a:extLst>
              </p:cNvPr>
              <p:cNvSpPr/>
              <p:nvPr/>
            </p:nvSpPr>
            <p:spPr>
              <a:xfrm>
                <a:off x="5087509" y="5418582"/>
                <a:ext cx="626401" cy="626401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B9B37796-D245-1DB6-9C65-F066FE7A8E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509" y="5418582"/>
                <a:ext cx="626401" cy="626401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椭圆 7">
            <a:extLst>
              <a:ext uri="{FF2B5EF4-FFF2-40B4-BE49-F238E27FC236}">
                <a16:creationId xmlns:a16="http://schemas.microsoft.com/office/drawing/2014/main" id="{A3D29F6F-BA6C-EA00-B0B5-4EF99BB41596}"/>
              </a:ext>
            </a:extLst>
          </p:cNvPr>
          <p:cNvSpPr/>
          <p:nvPr/>
        </p:nvSpPr>
        <p:spPr>
          <a:xfrm>
            <a:off x="1701631" y="4104131"/>
            <a:ext cx="626401" cy="62640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D9BC96B-853B-B5E6-425E-E32DE3FC96CB}"/>
              </a:ext>
            </a:extLst>
          </p:cNvPr>
          <p:cNvSpPr/>
          <p:nvPr/>
        </p:nvSpPr>
        <p:spPr>
          <a:xfrm>
            <a:off x="4414007" y="4104133"/>
            <a:ext cx="626401" cy="62640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DD10AB9E-5F3F-0A3A-242F-DEA2ED565B6E}"/>
                  </a:ext>
                </a:extLst>
              </p:cNvPr>
              <p:cNvSpPr/>
              <p:nvPr/>
            </p:nvSpPr>
            <p:spPr>
              <a:xfrm>
                <a:off x="3008809" y="2476483"/>
                <a:ext cx="626401" cy="626401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799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𝑟𝑡</m:t>
                      </m:r>
                    </m:oMath>
                  </m:oMathPara>
                </a14:m>
                <a:endParaRPr lang="zh-CN" altLang="en-US" sz="1799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DD10AB9E-5F3F-0A3A-242F-DEA2ED565B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809" y="2476483"/>
                <a:ext cx="626401" cy="626401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47B9802-B388-3377-BAF2-A1B05777A42D}"/>
              </a:ext>
            </a:extLst>
          </p:cNvPr>
          <p:cNvCxnSpPr>
            <a:stCxn id="8" idx="4"/>
            <a:endCxn id="4" idx="0"/>
          </p:cNvCxnSpPr>
          <p:nvPr/>
        </p:nvCxnSpPr>
        <p:spPr>
          <a:xfrm flipH="1">
            <a:off x="1343059" y="4730533"/>
            <a:ext cx="671774" cy="6880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421104F-BDC4-3A83-C1EF-0FEE5ABF3885}"/>
              </a:ext>
            </a:extLst>
          </p:cNvPr>
          <p:cNvCxnSpPr>
            <a:stCxn id="8" idx="4"/>
            <a:endCxn id="5" idx="0"/>
          </p:cNvCxnSpPr>
          <p:nvPr/>
        </p:nvCxnSpPr>
        <p:spPr>
          <a:xfrm>
            <a:off x="2014832" y="4730533"/>
            <a:ext cx="680775" cy="6880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9287EEF-611C-CC5B-7F9C-2B88E2F84FBF}"/>
              </a:ext>
            </a:extLst>
          </p:cNvPr>
          <p:cNvCxnSpPr>
            <a:stCxn id="9" idx="4"/>
            <a:endCxn id="6" idx="0"/>
          </p:cNvCxnSpPr>
          <p:nvPr/>
        </p:nvCxnSpPr>
        <p:spPr>
          <a:xfrm flipH="1">
            <a:off x="4048158" y="4730535"/>
            <a:ext cx="679050" cy="6880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61790DF-6CD1-DC77-19D6-786D57DFEB0F}"/>
              </a:ext>
            </a:extLst>
          </p:cNvPr>
          <p:cNvCxnSpPr>
            <a:stCxn id="9" idx="4"/>
            <a:endCxn id="7" idx="0"/>
          </p:cNvCxnSpPr>
          <p:nvPr/>
        </p:nvCxnSpPr>
        <p:spPr>
          <a:xfrm>
            <a:off x="4727211" y="4730535"/>
            <a:ext cx="673499" cy="6880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270A20E-A6AB-9217-A25F-C5EB9B95C57F}"/>
              </a:ext>
            </a:extLst>
          </p:cNvPr>
          <p:cNvCxnSpPr>
            <a:cxnSpLocks/>
            <a:stCxn id="10" idx="4"/>
            <a:endCxn id="8" idx="0"/>
          </p:cNvCxnSpPr>
          <p:nvPr/>
        </p:nvCxnSpPr>
        <p:spPr>
          <a:xfrm flipH="1">
            <a:off x="2014832" y="3102882"/>
            <a:ext cx="1307176" cy="100124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4A3C22F-6BA0-F3C7-E848-7107F9D26174}"/>
              </a:ext>
            </a:extLst>
          </p:cNvPr>
          <p:cNvCxnSpPr>
            <a:cxnSpLocks/>
            <a:stCxn id="10" idx="4"/>
            <a:endCxn id="9" idx="0"/>
          </p:cNvCxnSpPr>
          <p:nvPr/>
        </p:nvCxnSpPr>
        <p:spPr>
          <a:xfrm>
            <a:off x="3322009" y="3102884"/>
            <a:ext cx="1405201" cy="100124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D4EDD9C1-7FA3-8EC6-9D76-D7AC9BACE6FA}"/>
              </a:ext>
            </a:extLst>
          </p:cNvPr>
          <p:cNvSpPr/>
          <p:nvPr/>
        </p:nvSpPr>
        <p:spPr>
          <a:xfrm>
            <a:off x="953656" y="5212108"/>
            <a:ext cx="4876798" cy="1001249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266B4DB-32E0-40DD-93A9-387605CCD107}"/>
              </a:ext>
            </a:extLst>
          </p:cNvPr>
          <p:cNvSpPr txBox="1"/>
          <p:nvPr/>
        </p:nvSpPr>
        <p:spPr>
          <a:xfrm>
            <a:off x="2702915" y="5943683"/>
            <a:ext cx="1378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Account Data</a:t>
            </a:r>
            <a:endParaRPr lang="zh-CN" altLang="en-US" sz="1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C692932-C9EC-C9E8-08D9-D55B0AB15318}"/>
              </a:ext>
            </a:extLst>
          </p:cNvPr>
          <p:cNvSpPr txBox="1"/>
          <p:nvPr/>
        </p:nvSpPr>
        <p:spPr>
          <a:xfrm>
            <a:off x="2632867" y="2154217"/>
            <a:ext cx="1378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/>
              <a:t>Prev</a:t>
            </a:r>
            <a:r>
              <a:rPr lang="en-US" altLang="zh-CN" sz="1400" dirty="0"/>
              <a:t> State Root</a:t>
            </a:r>
            <a:endParaRPr lang="zh-CN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BE2EC9B6-0F29-0AAB-3C05-C31ABB01BA1F}"/>
                  </a:ext>
                </a:extLst>
              </p:cNvPr>
              <p:cNvSpPr/>
              <p:nvPr/>
            </p:nvSpPr>
            <p:spPr>
              <a:xfrm>
                <a:off x="6021326" y="5418582"/>
                <a:ext cx="626401" cy="626401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CN" altLang="en-US" sz="1799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BE2EC9B6-0F29-0AAB-3C05-C31ABB01BA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1326" y="5418582"/>
                <a:ext cx="626401" cy="626401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FF3C845E-6C9F-F18A-7189-F4B98E16CCF0}"/>
                  </a:ext>
                </a:extLst>
              </p:cNvPr>
              <p:cNvSpPr/>
              <p:nvPr/>
            </p:nvSpPr>
            <p:spPr>
              <a:xfrm>
                <a:off x="7373875" y="5418582"/>
                <a:ext cx="626401" cy="626401"/>
              </a:xfrm>
              <a:prstGeom prst="ellipse">
                <a:avLst/>
              </a:prstGeom>
              <a:solidFill>
                <a:srgbClr val="FFFFFF"/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FF3C845E-6C9F-F18A-7189-F4B98E16CC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3875" y="5418582"/>
                <a:ext cx="626401" cy="626401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0AEF6CE6-B3E3-BEC2-6DE7-3763EC2842EF}"/>
                  </a:ext>
                </a:extLst>
              </p:cNvPr>
              <p:cNvSpPr/>
              <p:nvPr/>
            </p:nvSpPr>
            <p:spPr>
              <a:xfrm>
                <a:off x="8726424" y="5418582"/>
                <a:ext cx="626401" cy="626401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0AEF6CE6-B3E3-BEC2-6DE7-3763EC2842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6424" y="5418582"/>
                <a:ext cx="626401" cy="626401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504EF0A1-860A-4655-9535-E5F8431DA132}"/>
                  </a:ext>
                </a:extLst>
              </p:cNvPr>
              <p:cNvSpPr/>
              <p:nvPr/>
            </p:nvSpPr>
            <p:spPr>
              <a:xfrm>
                <a:off x="10078974" y="5418580"/>
                <a:ext cx="626401" cy="626401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504EF0A1-860A-4655-9535-E5F8431DA1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8974" y="5418580"/>
                <a:ext cx="626401" cy="626401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椭圆 27">
            <a:extLst>
              <a:ext uri="{FF2B5EF4-FFF2-40B4-BE49-F238E27FC236}">
                <a16:creationId xmlns:a16="http://schemas.microsoft.com/office/drawing/2014/main" id="{69C374C0-F121-D5B4-D110-3A5E595B5430}"/>
              </a:ext>
            </a:extLst>
          </p:cNvPr>
          <p:cNvSpPr/>
          <p:nvPr/>
        </p:nvSpPr>
        <p:spPr>
          <a:xfrm>
            <a:off x="6693100" y="4104133"/>
            <a:ext cx="626401" cy="62640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623378BE-7A57-09E4-307C-17872D0A4376}"/>
              </a:ext>
            </a:extLst>
          </p:cNvPr>
          <p:cNvSpPr/>
          <p:nvPr/>
        </p:nvSpPr>
        <p:spPr>
          <a:xfrm>
            <a:off x="9405475" y="4104133"/>
            <a:ext cx="626401" cy="62640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E0BB1188-4F01-4F84-F326-E2462309BB7C}"/>
                  </a:ext>
                </a:extLst>
              </p:cNvPr>
              <p:cNvSpPr/>
              <p:nvPr/>
            </p:nvSpPr>
            <p:spPr>
              <a:xfrm>
                <a:off x="8000276" y="2476483"/>
                <a:ext cx="626401" cy="626401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799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799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𝑟𝑡</m:t>
                          </m:r>
                        </m:e>
                        <m:sup>
                          <m:r>
                            <a:rPr lang="en-US" altLang="zh-CN" sz="1799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CN" altLang="en-US" sz="1799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E0BB1188-4F01-4F84-F326-E2462309BB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0276" y="2476483"/>
                <a:ext cx="626401" cy="626401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7AA5FDC-9F56-36A7-ABD1-D29D504CA77F}"/>
              </a:ext>
            </a:extLst>
          </p:cNvPr>
          <p:cNvCxnSpPr>
            <a:stCxn id="28" idx="4"/>
            <a:endCxn id="24" idx="0"/>
          </p:cNvCxnSpPr>
          <p:nvPr/>
        </p:nvCxnSpPr>
        <p:spPr>
          <a:xfrm flipH="1">
            <a:off x="6334526" y="4730535"/>
            <a:ext cx="671774" cy="6880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AC257A3E-EF5F-F2F8-CAE4-B32A477B41ED}"/>
              </a:ext>
            </a:extLst>
          </p:cNvPr>
          <p:cNvCxnSpPr>
            <a:stCxn id="28" idx="4"/>
            <a:endCxn id="25" idx="0"/>
          </p:cNvCxnSpPr>
          <p:nvPr/>
        </p:nvCxnSpPr>
        <p:spPr>
          <a:xfrm>
            <a:off x="7006301" y="4730535"/>
            <a:ext cx="680775" cy="6880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8D65582E-883E-E6E2-5DC3-3A10BF309FAD}"/>
              </a:ext>
            </a:extLst>
          </p:cNvPr>
          <p:cNvCxnSpPr>
            <a:stCxn id="29" idx="4"/>
            <a:endCxn id="26" idx="0"/>
          </p:cNvCxnSpPr>
          <p:nvPr/>
        </p:nvCxnSpPr>
        <p:spPr>
          <a:xfrm flipH="1">
            <a:off x="9039623" y="4730535"/>
            <a:ext cx="679050" cy="6880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8CB0745-F956-DBB4-485C-B8922BD2C05B}"/>
              </a:ext>
            </a:extLst>
          </p:cNvPr>
          <p:cNvCxnSpPr>
            <a:stCxn id="29" idx="4"/>
            <a:endCxn id="27" idx="0"/>
          </p:cNvCxnSpPr>
          <p:nvPr/>
        </p:nvCxnSpPr>
        <p:spPr>
          <a:xfrm>
            <a:off x="9718677" y="4730533"/>
            <a:ext cx="673499" cy="6880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D433AC2-1094-67AA-E06F-9255D528A5AE}"/>
              </a:ext>
            </a:extLst>
          </p:cNvPr>
          <p:cNvCxnSpPr>
            <a:cxnSpLocks/>
            <a:stCxn id="30" idx="4"/>
            <a:endCxn id="28" idx="0"/>
          </p:cNvCxnSpPr>
          <p:nvPr/>
        </p:nvCxnSpPr>
        <p:spPr>
          <a:xfrm flipH="1">
            <a:off x="7006299" y="3102884"/>
            <a:ext cx="1307176" cy="100124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7E66C2E4-B6D1-89E0-08F0-9BA3D1E89D0D}"/>
              </a:ext>
            </a:extLst>
          </p:cNvPr>
          <p:cNvCxnSpPr>
            <a:cxnSpLocks/>
            <a:stCxn id="30" idx="4"/>
            <a:endCxn id="29" idx="0"/>
          </p:cNvCxnSpPr>
          <p:nvPr/>
        </p:nvCxnSpPr>
        <p:spPr>
          <a:xfrm>
            <a:off x="8313477" y="3102884"/>
            <a:ext cx="1405201" cy="100124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662549C6-837D-3592-E6CD-3B92AD4D860B}"/>
              </a:ext>
            </a:extLst>
          </p:cNvPr>
          <p:cNvSpPr/>
          <p:nvPr/>
        </p:nvSpPr>
        <p:spPr>
          <a:xfrm>
            <a:off x="5945124" y="5212110"/>
            <a:ext cx="4876798" cy="1001249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AE38D79-372C-D121-E487-F28CCFE08A52}"/>
              </a:ext>
            </a:extLst>
          </p:cNvPr>
          <p:cNvSpPr txBox="1"/>
          <p:nvPr/>
        </p:nvSpPr>
        <p:spPr>
          <a:xfrm>
            <a:off x="7694383" y="5943683"/>
            <a:ext cx="1378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Account Data</a:t>
            </a:r>
            <a:endParaRPr lang="zh-CN" altLang="en-US" sz="14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CF1E6CF-DAD9-FAB7-661E-030C3CC776F2}"/>
              </a:ext>
            </a:extLst>
          </p:cNvPr>
          <p:cNvSpPr txBox="1"/>
          <p:nvPr/>
        </p:nvSpPr>
        <p:spPr>
          <a:xfrm>
            <a:off x="7624335" y="2154219"/>
            <a:ext cx="1378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Post State Root</a:t>
            </a:r>
            <a:endParaRPr lang="zh-CN" altLang="en-US" sz="1400" dirty="0"/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7544E45D-1B0E-5A8B-EF7A-442F1C7EFD0C}"/>
              </a:ext>
            </a:extLst>
          </p:cNvPr>
          <p:cNvCxnSpPr/>
          <p:nvPr/>
        </p:nvCxnSpPr>
        <p:spPr>
          <a:xfrm>
            <a:off x="5087508" y="3692653"/>
            <a:ext cx="163489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3BE9918A-50F6-F8F6-B470-720B94AA98F9}"/>
              </a:ext>
            </a:extLst>
          </p:cNvPr>
          <p:cNvSpPr txBox="1"/>
          <p:nvPr/>
        </p:nvSpPr>
        <p:spPr>
          <a:xfrm>
            <a:off x="5215815" y="2973040"/>
            <a:ext cx="13782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Transaction1</a:t>
            </a:r>
          </a:p>
          <a:p>
            <a:pPr algn="ctr"/>
            <a:r>
              <a:rPr lang="en-US" altLang="zh-CN" sz="1400" dirty="0"/>
              <a:t>Transaction2</a:t>
            </a:r>
          </a:p>
          <a:p>
            <a:pPr algn="ctr"/>
            <a:r>
              <a:rPr lang="en-US" altLang="zh-CN" sz="1400" dirty="0"/>
              <a:t>…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7826FAE-2888-4D21-C23B-AD131A7A03AA}"/>
              </a:ext>
            </a:extLst>
          </p:cNvPr>
          <p:cNvSpPr txBox="1"/>
          <p:nvPr/>
        </p:nvSpPr>
        <p:spPr>
          <a:xfrm>
            <a:off x="5215815" y="3717126"/>
            <a:ext cx="1378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Check</a:t>
            </a:r>
            <a:endParaRPr lang="zh-CN" altLang="en-US" sz="1400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2B1F425-9B9F-8054-F4DE-FB007EF56BE7}"/>
              </a:ext>
            </a:extLst>
          </p:cNvPr>
          <p:cNvSpPr/>
          <p:nvPr/>
        </p:nvSpPr>
        <p:spPr>
          <a:xfrm>
            <a:off x="813818" y="2154218"/>
            <a:ext cx="10140695" cy="417343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74E6F0C-4B16-23E8-A895-7AC77D55E9B8}"/>
              </a:ext>
            </a:extLst>
          </p:cNvPr>
          <p:cNvSpPr/>
          <p:nvPr/>
        </p:nvSpPr>
        <p:spPr>
          <a:xfrm>
            <a:off x="3954703" y="1433877"/>
            <a:ext cx="1268381" cy="6264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10177C7-FD95-644A-B2CC-0CDE1E2BFDCE}"/>
              </a:ext>
            </a:extLst>
          </p:cNvPr>
          <p:cNvSpPr txBox="1"/>
          <p:nvPr/>
        </p:nvSpPr>
        <p:spPr>
          <a:xfrm>
            <a:off x="3954703" y="1597947"/>
            <a:ext cx="12683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/>
              <a:t>Zk</a:t>
            </a:r>
            <a:r>
              <a:rPr lang="en-US" altLang="zh-CN" sz="1400" dirty="0"/>
              <a:t>-proof</a:t>
            </a:r>
            <a:endParaRPr lang="zh-CN" altLang="en-US" sz="1400" dirty="0"/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22B0C7C9-F8FA-79BA-57F2-E21F11356BF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15983" y="1438634"/>
            <a:ext cx="626401" cy="626401"/>
          </a:xfrm>
          <a:prstGeom prst="rect">
            <a:avLst/>
          </a:prstGeom>
        </p:spPr>
      </p:pic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D08714E4-40FC-A231-CB89-A6FE1282F8DE}"/>
              </a:ext>
            </a:extLst>
          </p:cNvPr>
          <p:cNvCxnSpPr>
            <a:cxnSpLocks/>
            <a:stCxn id="46" idx="3"/>
            <a:endCxn id="48" idx="1"/>
          </p:cNvCxnSpPr>
          <p:nvPr/>
        </p:nvCxnSpPr>
        <p:spPr>
          <a:xfrm flipV="1">
            <a:off x="5223084" y="1751835"/>
            <a:ext cx="1792899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408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椭圆 3">
                <a:extLst>
                  <a:ext uri="{FF2B5EF4-FFF2-40B4-BE49-F238E27FC236}">
                    <a16:creationId xmlns:a16="http://schemas.microsoft.com/office/drawing/2014/main" id="{044E1CE4-56D7-AD41-9D33-4DB8021400A4}"/>
                  </a:ext>
                </a:extLst>
              </p:cNvPr>
              <p:cNvSpPr/>
              <p:nvPr/>
            </p:nvSpPr>
            <p:spPr>
              <a:xfrm>
                <a:off x="1029857" y="5418580"/>
                <a:ext cx="626401" cy="626401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1799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椭圆 3">
                <a:extLst>
                  <a:ext uri="{FF2B5EF4-FFF2-40B4-BE49-F238E27FC236}">
                    <a16:creationId xmlns:a16="http://schemas.microsoft.com/office/drawing/2014/main" id="{044E1CE4-56D7-AD41-9D33-4DB8021400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57" y="5418580"/>
                <a:ext cx="626401" cy="62640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938819C9-F5D7-863A-C42F-B8063179BD80}"/>
                  </a:ext>
                </a:extLst>
              </p:cNvPr>
              <p:cNvSpPr/>
              <p:nvPr/>
            </p:nvSpPr>
            <p:spPr>
              <a:xfrm>
                <a:off x="2382406" y="5418580"/>
                <a:ext cx="626401" cy="626401"/>
              </a:xfrm>
              <a:prstGeom prst="ellipse">
                <a:avLst/>
              </a:prstGeom>
              <a:solidFill>
                <a:srgbClr val="FFFFFF"/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938819C9-F5D7-863A-C42F-B8063179B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406" y="5418580"/>
                <a:ext cx="626401" cy="62640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5486E8B9-C379-C027-CB21-7F09556A9DAB}"/>
                  </a:ext>
                </a:extLst>
              </p:cNvPr>
              <p:cNvSpPr/>
              <p:nvPr/>
            </p:nvSpPr>
            <p:spPr>
              <a:xfrm>
                <a:off x="3734960" y="5418582"/>
                <a:ext cx="626401" cy="626401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5486E8B9-C379-C027-CB21-7F09556A9D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4960" y="5418582"/>
                <a:ext cx="626401" cy="62640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21EA952A-7D5B-7FB8-AC50-D4D62ADDBF1D}"/>
                  </a:ext>
                </a:extLst>
              </p:cNvPr>
              <p:cNvSpPr/>
              <p:nvPr/>
            </p:nvSpPr>
            <p:spPr>
              <a:xfrm>
                <a:off x="5087509" y="5418582"/>
                <a:ext cx="626401" cy="626401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21EA952A-7D5B-7FB8-AC50-D4D62ADDBF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509" y="5418582"/>
                <a:ext cx="626401" cy="626401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椭圆 7">
            <a:extLst>
              <a:ext uri="{FF2B5EF4-FFF2-40B4-BE49-F238E27FC236}">
                <a16:creationId xmlns:a16="http://schemas.microsoft.com/office/drawing/2014/main" id="{0EA66ED8-B2C9-8AE6-A26C-7FED80BECEBC}"/>
              </a:ext>
            </a:extLst>
          </p:cNvPr>
          <p:cNvSpPr/>
          <p:nvPr/>
        </p:nvSpPr>
        <p:spPr>
          <a:xfrm>
            <a:off x="1701631" y="4104131"/>
            <a:ext cx="626401" cy="62640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10C60E7-B507-6E05-2263-C9A1BF234A58}"/>
              </a:ext>
            </a:extLst>
          </p:cNvPr>
          <p:cNvSpPr/>
          <p:nvPr/>
        </p:nvSpPr>
        <p:spPr>
          <a:xfrm>
            <a:off x="4414007" y="4104133"/>
            <a:ext cx="626401" cy="62640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9112EC51-DF88-2DFE-A3A1-2B79243B029F}"/>
                  </a:ext>
                </a:extLst>
              </p:cNvPr>
              <p:cNvSpPr/>
              <p:nvPr/>
            </p:nvSpPr>
            <p:spPr>
              <a:xfrm>
                <a:off x="3008809" y="2476483"/>
                <a:ext cx="626401" cy="626401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799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𝑟𝑡</m:t>
                      </m:r>
                    </m:oMath>
                  </m:oMathPara>
                </a14:m>
                <a:endParaRPr lang="zh-CN" altLang="en-US" sz="1799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9112EC51-DF88-2DFE-A3A1-2B79243B02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809" y="2476483"/>
                <a:ext cx="626401" cy="626401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9C2DD82-00C7-2B85-32D8-01176B4A86DE}"/>
              </a:ext>
            </a:extLst>
          </p:cNvPr>
          <p:cNvCxnSpPr>
            <a:stCxn id="8" idx="4"/>
            <a:endCxn id="4" idx="0"/>
          </p:cNvCxnSpPr>
          <p:nvPr/>
        </p:nvCxnSpPr>
        <p:spPr>
          <a:xfrm flipH="1">
            <a:off x="1343059" y="4730533"/>
            <a:ext cx="671774" cy="6880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FD15EFA-351F-3981-4620-F782E0ECDA4D}"/>
              </a:ext>
            </a:extLst>
          </p:cNvPr>
          <p:cNvCxnSpPr>
            <a:stCxn id="8" idx="4"/>
            <a:endCxn id="5" idx="0"/>
          </p:cNvCxnSpPr>
          <p:nvPr/>
        </p:nvCxnSpPr>
        <p:spPr>
          <a:xfrm>
            <a:off x="2014832" y="4730533"/>
            <a:ext cx="680775" cy="6880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A3A8619-752B-9201-EEFA-C4267D503971}"/>
              </a:ext>
            </a:extLst>
          </p:cNvPr>
          <p:cNvCxnSpPr>
            <a:stCxn id="9" idx="4"/>
            <a:endCxn id="6" idx="0"/>
          </p:cNvCxnSpPr>
          <p:nvPr/>
        </p:nvCxnSpPr>
        <p:spPr>
          <a:xfrm flipH="1">
            <a:off x="4048158" y="4730535"/>
            <a:ext cx="679050" cy="6880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EFF8204-D3D1-1F61-9308-7D7DEFD6AA15}"/>
              </a:ext>
            </a:extLst>
          </p:cNvPr>
          <p:cNvCxnSpPr>
            <a:stCxn id="9" idx="4"/>
            <a:endCxn id="7" idx="0"/>
          </p:cNvCxnSpPr>
          <p:nvPr/>
        </p:nvCxnSpPr>
        <p:spPr>
          <a:xfrm>
            <a:off x="4727211" y="4730535"/>
            <a:ext cx="673499" cy="6880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261F9FE-0073-213D-0959-92AA85B008E9}"/>
              </a:ext>
            </a:extLst>
          </p:cNvPr>
          <p:cNvCxnSpPr>
            <a:cxnSpLocks/>
            <a:stCxn id="10" idx="4"/>
            <a:endCxn id="8" idx="0"/>
          </p:cNvCxnSpPr>
          <p:nvPr/>
        </p:nvCxnSpPr>
        <p:spPr>
          <a:xfrm flipH="1">
            <a:off x="2014832" y="3102882"/>
            <a:ext cx="1307176" cy="100124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ADD3D53-92DC-7C4F-F4F3-6AF896310925}"/>
              </a:ext>
            </a:extLst>
          </p:cNvPr>
          <p:cNvCxnSpPr>
            <a:cxnSpLocks/>
            <a:stCxn id="10" idx="4"/>
            <a:endCxn id="9" idx="0"/>
          </p:cNvCxnSpPr>
          <p:nvPr/>
        </p:nvCxnSpPr>
        <p:spPr>
          <a:xfrm>
            <a:off x="3322009" y="3102884"/>
            <a:ext cx="1405201" cy="100124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0294EC92-9BE0-EDC5-A518-82C20E3C4382}"/>
              </a:ext>
            </a:extLst>
          </p:cNvPr>
          <p:cNvSpPr/>
          <p:nvPr/>
        </p:nvSpPr>
        <p:spPr>
          <a:xfrm>
            <a:off x="953656" y="5212108"/>
            <a:ext cx="4876798" cy="1001249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8ADCD07-8B4D-4A8A-8C62-28A97CEF0120}"/>
              </a:ext>
            </a:extLst>
          </p:cNvPr>
          <p:cNvSpPr txBox="1"/>
          <p:nvPr/>
        </p:nvSpPr>
        <p:spPr>
          <a:xfrm>
            <a:off x="2565155" y="5952903"/>
            <a:ext cx="16584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File Storage State</a:t>
            </a:r>
            <a:endParaRPr lang="zh-CN" altLang="en-US" sz="1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DE8F666-342A-3280-2F3A-382F0112FAA2}"/>
              </a:ext>
            </a:extLst>
          </p:cNvPr>
          <p:cNvSpPr txBox="1"/>
          <p:nvPr/>
        </p:nvSpPr>
        <p:spPr>
          <a:xfrm>
            <a:off x="2632867" y="2154217"/>
            <a:ext cx="1378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/>
              <a:t>Prev</a:t>
            </a:r>
            <a:r>
              <a:rPr lang="en-US" altLang="zh-CN" sz="1400" dirty="0"/>
              <a:t> State Root</a:t>
            </a:r>
            <a:endParaRPr lang="zh-CN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CDEFC589-1622-A86B-B938-F32E8C323B5B}"/>
                  </a:ext>
                </a:extLst>
              </p:cNvPr>
              <p:cNvSpPr/>
              <p:nvPr/>
            </p:nvSpPr>
            <p:spPr>
              <a:xfrm>
                <a:off x="6021326" y="5418582"/>
                <a:ext cx="626401" cy="626401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CN" altLang="en-US" sz="1799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CDEFC589-1622-A86B-B938-F32E8C323B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1326" y="5418582"/>
                <a:ext cx="626401" cy="626401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C71BB418-1ACE-ED14-AEA4-F2294BE84242}"/>
                  </a:ext>
                </a:extLst>
              </p:cNvPr>
              <p:cNvSpPr/>
              <p:nvPr/>
            </p:nvSpPr>
            <p:spPr>
              <a:xfrm>
                <a:off x="7373875" y="5418582"/>
                <a:ext cx="626401" cy="626401"/>
              </a:xfrm>
              <a:prstGeom prst="ellipse">
                <a:avLst/>
              </a:prstGeom>
              <a:solidFill>
                <a:srgbClr val="FFFFFF"/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C71BB418-1ACE-ED14-AEA4-F2294BE842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3875" y="5418582"/>
                <a:ext cx="626401" cy="626401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2F388EEE-D6D3-241D-4C95-59F98763396B}"/>
                  </a:ext>
                </a:extLst>
              </p:cNvPr>
              <p:cNvSpPr/>
              <p:nvPr/>
            </p:nvSpPr>
            <p:spPr>
              <a:xfrm>
                <a:off x="8726424" y="5418582"/>
                <a:ext cx="626401" cy="626401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2F388EEE-D6D3-241D-4C95-59F9876339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6424" y="5418582"/>
                <a:ext cx="626401" cy="626401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60D8FEBB-A36B-1548-2AD9-7716E25808B4}"/>
                  </a:ext>
                </a:extLst>
              </p:cNvPr>
              <p:cNvSpPr/>
              <p:nvPr/>
            </p:nvSpPr>
            <p:spPr>
              <a:xfrm>
                <a:off x="10078974" y="5418580"/>
                <a:ext cx="626401" cy="626401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60D8FEBB-A36B-1548-2AD9-7716E2580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8974" y="5418580"/>
                <a:ext cx="626401" cy="626401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椭圆 23">
            <a:extLst>
              <a:ext uri="{FF2B5EF4-FFF2-40B4-BE49-F238E27FC236}">
                <a16:creationId xmlns:a16="http://schemas.microsoft.com/office/drawing/2014/main" id="{27501DF3-BBD4-C62A-85F7-FFF69870E638}"/>
              </a:ext>
            </a:extLst>
          </p:cNvPr>
          <p:cNvSpPr/>
          <p:nvPr/>
        </p:nvSpPr>
        <p:spPr>
          <a:xfrm>
            <a:off x="6693100" y="4104133"/>
            <a:ext cx="626401" cy="62640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1FBB2F19-336F-5756-1C3D-3ADDB2D51678}"/>
              </a:ext>
            </a:extLst>
          </p:cNvPr>
          <p:cNvSpPr/>
          <p:nvPr/>
        </p:nvSpPr>
        <p:spPr>
          <a:xfrm>
            <a:off x="9405475" y="4104133"/>
            <a:ext cx="626401" cy="62640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EAEEE5D7-79A6-E8B3-D91D-260168A6EF94}"/>
                  </a:ext>
                </a:extLst>
              </p:cNvPr>
              <p:cNvSpPr/>
              <p:nvPr/>
            </p:nvSpPr>
            <p:spPr>
              <a:xfrm>
                <a:off x="8000276" y="2476483"/>
                <a:ext cx="626401" cy="626401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799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799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𝑟𝑡</m:t>
                          </m:r>
                        </m:e>
                        <m:sup>
                          <m:r>
                            <a:rPr lang="en-US" altLang="zh-CN" sz="1799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CN" altLang="en-US" sz="1799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EAEEE5D7-79A6-E8B3-D91D-260168A6EF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0276" y="2476483"/>
                <a:ext cx="626401" cy="626401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53FB09C-0ABC-B3BC-8494-D25BE79D7B22}"/>
              </a:ext>
            </a:extLst>
          </p:cNvPr>
          <p:cNvCxnSpPr>
            <a:stCxn id="24" idx="4"/>
            <a:endCxn id="20" idx="0"/>
          </p:cNvCxnSpPr>
          <p:nvPr/>
        </p:nvCxnSpPr>
        <p:spPr>
          <a:xfrm flipH="1">
            <a:off x="6334526" y="4730535"/>
            <a:ext cx="671774" cy="6880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5FF08BF0-40A3-8A3D-9B1A-0E64E3989FFD}"/>
              </a:ext>
            </a:extLst>
          </p:cNvPr>
          <p:cNvCxnSpPr>
            <a:stCxn id="24" idx="4"/>
            <a:endCxn id="21" idx="0"/>
          </p:cNvCxnSpPr>
          <p:nvPr/>
        </p:nvCxnSpPr>
        <p:spPr>
          <a:xfrm>
            <a:off x="7006301" y="4730535"/>
            <a:ext cx="680775" cy="6880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B19AF6B-0715-0575-E6BB-3E9CB3E76BDD}"/>
              </a:ext>
            </a:extLst>
          </p:cNvPr>
          <p:cNvCxnSpPr>
            <a:stCxn id="25" idx="4"/>
            <a:endCxn id="22" idx="0"/>
          </p:cNvCxnSpPr>
          <p:nvPr/>
        </p:nvCxnSpPr>
        <p:spPr>
          <a:xfrm flipH="1">
            <a:off x="9039623" y="4730535"/>
            <a:ext cx="679050" cy="6880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E5B39FD-7EBB-1E30-D42F-E48753BF856C}"/>
              </a:ext>
            </a:extLst>
          </p:cNvPr>
          <p:cNvCxnSpPr>
            <a:stCxn id="25" idx="4"/>
            <a:endCxn id="23" idx="0"/>
          </p:cNvCxnSpPr>
          <p:nvPr/>
        </p:nvCxnSpPr>
        <p:spPr>
          <a:xfrm>
            <a:off x="9718677" y="4730533"/>
            <a:ext cx="673499" cy="6880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24893DC5-FDF6-6387-592B-857113B5AB25}"/>
              </a:ext>
            </a:extLst>
          </p:cNvPr>
          <p:cNvCxnSpPr>
            <a:cxnSpLocks/>
            <a:stCxn id="26" idx="4"/>
            <a:endCxn id="24" idx="0"/>
          </p:cNvCxnSpPr>
          <p:nvPr/>
        </p:nvCxnSpPr>
        <p:spPr>
          <a:xfrm flipH="1">
            <a:off x="7006299" y="3102884"/>
            <a:ext cx="1307176" cy="100124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40683DE-A4BE-EA88-9096-9355EF744A2F}"/>
              </a:ext>
            </a:extLst>
          </p:cNvPr>
          <p:cNvCxnSpPr>
            <a:cxnSpLocks/>
            <a:stCxn id="26" idx="4"/>
            <a:endCxn id="25" idx="0"/>
          </p:cNvCxnSpPr>
          <p:nvPr/>
        </p:nvCxnSpPr>
        <p:spPr>
          <a:xfrm>
            <a:off x="8313477" y="3102884"/>
            <a:ext cx="1405201" cy="100124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8CB601CC-9915-02C1-8CFE-84D155A55731}"/>
              </a:ext>
            </a:extLst>
          </p:cNvPr>
          <p:cNvSpPr/>
          <p:nvPr/>
        </p:nvSpPr>
        <p:spPr>
          <a:xfrm>
            <a:off x="5945124" y="5212110"/>
            <a:ext cx="4876798" cy="1001249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5457C51-E1FA-CD83-2DA7-E3C43549784E}"/>
              </a:ext>
            </a:extLst>
          </p:cNvPr>
          <p:cNvSpPr txBox="1"/>
          <p:nvPr/>
        </p:nvSpPr>
        <p:spPr>
          <a:xfrm>
            <a:off x="7624335" y="2154219"/>
            <a:ext cx="1378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Post State Root</a:t>
            </a:r>
            <a:endParaRPr lang="zh-CN" altLang="en-US" sz="1400" dirty="0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9C377FD2-8378-A128-7002-3A096C994972}"/>
              </a:ext>
            </a:extLst>
          </p:cNvPr>
          <p:cNvCxnSpPr>
            <a:cxnSpLocks/>
          </p:cNvCxnSpPr>
          <p:nvPr/>
        </p:nvCxnSpPr>
        <p:spPr>
          <a:xfrm>
            <a:off x="5087508" y="3692653"/>
            <a:ext cx="163489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8AFAD437-DCB2-E27A-2718-0201442A5DB0}"/>
                  </a:ext>
                </a:extLst>
              </p:cNvPr>
              <p:cNvSpPr txBox="1"/>
              <p:nvPr/>
            </p:nvSpPr>
            <p:spPr>
              <a:xfrm>
                <a:off x="5215815" y="2740104"/>
                <a:ext cx="137828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𝑃𝑜𝑆𝑡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𝑃𝑜𝑆𝑡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1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𝑃𝑜𝑆𝑡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1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𝑃𝑜𝑆𝑡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sz="1400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8AFAD437-DCB2-E27A-2718-0201442A5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5815" y="2740104"/>
                <a:ext cx="1378280" cy="95410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>
            <a:extLst>
              <a:ext uri="{FF2B5EF4-FFF2-40B4-BE49-F238E27FC236}">
                <a16:creationId xmlns:a16="http://schemas.microsoft.com/office/drawing/2014/main" id="{C288381B-EEC1-3143-E6F0-C001F8EF789A}"/>
              </a:ext>
            </a:extLst>
          </p:cNvPr>
          <p:cNvSpPr txBox="1"/>
          <p:nvPr/>
        </p:nvSpPr>
        <p:spPr>
          <a:xfrm>
            <a:off x="5215815" y="3717126"/>
            <a:ext cx="1378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Check</a:t>
            </a:r>
            <a:endParaRPr lang="zh-CN" altLang="en-US" sz="1400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A439D50-96D6-AC74-951E-C19E1266A8F4}"/>
              </a:ext>
            </a:extLst>
          </p:cNvPr>
          <p:cNvSpPr/>
          <p:nvPr/>
        </p:nvSpPr>
        <p:spPr>
          <a:xfrm>
            <a:off x="3954703" y="1433877"/>
            <a:ext cx="1268381" cy="6264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2AC12F7-925B-D05C-76C6-5D2747944094}"/>
              </a:ext>
            </a:extLst>
          </p:cNvPr>
          <p:cNvSpPr txBox="1"/>
          <p:nvPr/>
        </p:nvSpPr>
        <p:spPr>
          <a:xfrm>
            <a:off x="3954703" y="1597947"/>
            <a:ext cx="12683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/>
              <a:t>Zk</a:t>
            </a:r>
            <a:r>
              <a:rPr lang="en-US" altLang="zh-CN" sz="1400" dirty="0"/>
              <a:t>-proof</a:t>
            </a:r>
            <a:endParaRPr lang="zh-CN" altLang="en-US" sz="1400" dirty="0"/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DCC3ACF9-3D19-10D5-C71C-E3C7A44C89F8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5223084" y="1751835"/>
            <a:ext cx="179290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B928435C-FDD9-C2E7-5886-809A8D22B3F3}"/>
              </a:ext>
            </a:extLst>
          </p:cNvPr>
          <p:cNvSpPr txBox="1"/>
          <p:nvPr/>
        </p:nvSpPr>
        <p:spPr>
          <a:xfrm>
            <a:off x="7554299" y="5950171"/>
            <a:ext cx="16584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File Storage State</a:t>
            </a:r>
            <a:endParaRPr lang="zh-CN" altLang="en-US" sz="1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562869E-5F89-A839-91B4-F2A4725FA8C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68924" y="1438636"/>
            <a:ext cx="626401" cy="62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045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椭圆 3">
                <a:extLst>
                  <a:ext uri="{FF2B5EF4-FFF2-40B4-BE49-F238E27FC236}">
                    <a16:creationId xmlns:a16="http://schemas.microsoft.com/office/drawing/2014/main" id="{17DDDBD9-384E-E4E0-7C03-449E9279073E}"/>
                  </a:ext>
                </a:extLst>
              </p:cNvPr>
              <p:cNvSpPr/>
              <p:nvPr/>
            </p:nvSpPr>
            <p:spPr>
              <a:xfrm>
                <a:off x="858382" y="5707811"/>
                <a:ext cx="495444" cy="521062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1799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椭圆 3">
                <a:extLst>
                  <a:ext uri="{FF2B5EF4-FFF2-40B4-BE49-F238E27FC236}">
                    <a16:creationId xmlns:a16="http://schemas.microsoft.com/office/drawing/2014/main" id="{17DDDBD9-384E-E4E0-7C03-449E92790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382" y="5707811"/>
                <a:ext cx="495444" cy="521062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17DABB1D-4BB8-76B5-3B38-992E91851CD7}"/>
                  </a:ext>
                </a:extLst>
              </p:cNvPr>
              <p:cNvSpPr/>
              <p:nvPr/>
            </p:nvSpPr>
            <p:spPr>
              <a:xfrm>
                <a:off x="1824267" y="5698738"/>
                <a:ext cx="495444" cy="521062"/>
              </a:xfrm>
              <a:prstGeom prst="ellipse">
                <a:avLst/>
              </a:prstGeom>
              <a:solidFill>
                <a:srgbClr val="FFFFFF"/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17DABB1D-4BB8-76B5-3B38-992E91851C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4267" y="5698738"/>
                <a:ext cx="495444" cy="521062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D64BF6AC-C8EB-348D-8A4B-08E80CC5E850}"/>
                  </a:ext>
                </a:extLst>
              </p:cNvPr>
              <p:cNvSpPr/>
              <p:nvPr/>
            </p:nvSpPr>
            <p:spPr>
              <a:xfrm>
                <a:off x="2767900" y="5707811"/>
                <a:ext cx="495444" cy="521062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D64BF6AC-C8EB-348D-8A4B-08E80CC5E8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900" y="5707811"/>
                <a:ext cx="495444" cy="521062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44A57BC6-A661-4100-B894-246363B7B31B}"/>
                  </a:ext>
                </a:extLst>
              </p:cNvPr>
              <p:cNvSpPr/>
              <p:nvPr/>
            </p:nvSpPr>
            <p:spPr>
              <a:xfrm>
                <a:off x="3830045" y="5707811"/>
                <a:ext cx="495444" cy="521062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44A57BC6-A661-4100-B894-246363B7B3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045" y="5707811"/>
                <a:ext cx="495444" cy="521062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椭圆 7">
            <a:extLst>
              <a:ext uri="{FF2B5EF4-FFF2-40B4-BE49-F238E27FC236}">
                <a16:creationId xmlns:a16="http://schemas.microsoft.com/office/drawing/2014/main" id="{71DCAAB4-C024-B9A9-D1BB-3234731665B9}"/>
              </a:ext>
            </a:extLst>
          </p:cNvPr>
          <p:cNvSpPr/>
          <p:nvPr/>
        </p:nvSpPr>
        <p:spPr>
          <a:xfrm>
            <a:off x="1353826" y="4538879"/>
            <a:ext cx="495444" cy="52106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B739603-29D2-2509-734C-E9970617600F}"/>
              </a:ext>
            </a:extLst>
          </p:cNvPr>
          <p:cNvSpPr/>
          <p:nvPr/>
        </p:nvSpPr>
        <p:spPr>
          <a:xfrm>
            <a:off x="3265843" y="4538879"/>
            <a:ext cx="495444" cy="52106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461C8FF6-230E-2202-005D-99EF70228627}"/>
                  </a:ext>
                </a:extLst>
              </p:cNvPr>
              <p:cNvSpPr/>
              <p:nvPr/>
            </p:nvSpPr>
            <p:spPr>
              <a:xfrm>
                <a:off x="2322427" y="3277698"/>
                <a:ext cx="495444" cy="521062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799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𝑟𝑡</m:t>
                      </m:r>
                    </m:oMath>
                  </m:oMathPara>
                </a14:m>
                <a:endParaRPr lang="zh-CN" altLang="en-US" sz="1799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461C8FF6-230E-2202-005D-99EF702286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427" y="3277698"/>
                <a:ext cx="495444" cy="521062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7A59491-6119-AF45-58A1-A6A00D9EDEA3}"/>
              </a:ext>
            </a:extLst>
          </p:cNvPr>
          <p:cNvCxnSpPr>
            <a:stCxn id="8" idx="4"/>
            <a:endCxn id="4" idx="0"/>
          </p:cNvCxnSpPr>
          <p:nvPr/>
        </p:nvCxnSpPr>
        <p:spPr>
          <a:xfrm flipH="1">
            <a:off x="1106104" y="5059941"/>
            <a:ext cx="495444" cy="64787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FE1FFDC-633F-0229-D4EC-BB51FBA45B37}"/>
              </a:ext>
            </a:extLst>
          </p:cNvPr>
          <p:cNvCxnSpPr>
            <a:stCxn id="8" idx="4"/>
            <a:endCxn id="5" idx="0"/>
          </p:cNvCxnSpPr>
          <p:nvPr/>
        </p:nvCxnSpPr>
        <p:spPr>
          <a:xfrm>
            <a:off x="1601549" y="5059942"/>
            <a:ext cx="470442" cy="63879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39FFD1A-5AE3-695E-B803-65AF1B2B9D3E}"/>
              </a:ext>
            </a:extLst>
          </p:cNvPr>
          <p:cNvCxnSpPr>
            <a:stCxn id="9" idx="4"/>
            <a:endCxn id="6" idx="0"/>
          </p:cNvCxnSpPr>
          <p:nvPr/>
        </p:nvCxnSpPr>
        <p:spPr>
          <a:xfrm flipH="1">
            <a:off x="3015625" y="5059941"/>
            <a:ext cx="497940" cy="64787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CCB2D23-23EE-0ABC-516F-342E1D4BF5FD}"/>
              </a:ext>
            </a:extLst>
          </p:cNvPr>
          <p:cNvCxnSpPr>
            <a:stCxn id="9" idx="4"/>
            <a:endCxn id="7" idx="0"/>
          </p:cNvCxnSpPr>
          <p:nvPr/>
        </p:nvCxnSpPr>
        <p:spPr>
          <a:xfrm>
            <a:off x="3513565" y="5059941"/>
            <a:ext cx="564202" cy="64787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64F646D-7E94-2A94-5257-05C2E6E20AB0}"/>
              </a:ext>
            </a:extLst>
          </p:cNvPr>
          <p:cNvCxnSpPr>
            <a:cxnSpLocks/>
            <a:stCxn id="10" idx="4"/>
            <a:endCxn id="8" idx="0"/>
          </p:cNvCxnSpPr>
          <p:nvPr/>
        </p:nvCxnSpPr>
        <p:spPr>
          <a:xfrm flipH="1">
            <a:off x="1601548" y="3798763"/>
            <a:ext cx="968601" cy="74011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37B719C-E554-8CA0-1BF1-1512CDAD64A5}"/>
              </a:ext>
            </a:extLst>
          </p:cNvPr>
          <p:cNvCxnSpPr>
            <a:cxnSpLocks/>
            <a:stCxn id="10" idx="4"/>
            <a:endCxn id="9" idx="0"/>
          </p:cNvCxnSpPr>
          <p:nvPr/>
        </p:nvCxnSpPr>
        <p:spPr>
          <a:xfrm>
            <a:off x="2570152" y="3798763"/>
            <a:ext cx="943414" cy="74011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A6CC60E3-C20A-BBAA-7F45-8628F739842E}"/>
              </a:ext>
            </a:extLst>
          </p:cNvPr>
          <p:cNvSpPr/>
          <p:nvPr/>
        </p:nvSpPr>
        <p:spPr>
          <a:xfrm>
            <a:off x="658368" y="5601711"/>
            <a:ext cx="3848488" cy="683940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D6C9917-D482-213F-EA9F-05142F1DD36E}"/>
              </a:ext>
            </a:extLst>
          </p:cNvPr>
          <p:cNvSpPr txBox="1"/>
          <p:nvPr/>
        </p:nvSpPr>
        <p:spPr>
          <a:xfrm>
            <a:off x="885740" y="6302213"/>
            <a:ext cx="339236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Multi-version file storage state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0FFE3D0-35B1-2D5A-847C-7774FBB1B11F}"/>
              </a:ext>
            </a:extLst>
          </p:cNvPr>
          <p:cNvSpPr txBox="1"/>
          <p:nvPr/>
        </p:nvSpPr>
        <p:spPr>
          <a:xfrm>
            <a:off x="340282" y="3356793"/>
            <a:ext cx="2166645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 err="1">
                <a:latin typeface="Arial" panose="020B0604020202020204" pitchFamily="34" charset="0"/>
                <a:cs typeface="Arial" panose="020B0604020202020204" pitchFamily="34" charset="0"/>
              </a:rPr>
              <a:t>Prev</a:t>
            </a:r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 State Root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62EA411-3871-523E-0909-7ECBAE10B1A3}"/>
              </a:ext>
            </a:extLst>
          </p:cNvPr>
          <p:cNvSpPr/>
          <p:nvPr/>
        </p:nvSpPr>
        <p:spPr>
          <a:xfrm>
            <a:off x="5639670" y="5588224"/>
            <a:ext cx="3848488" cy="697428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4935B51-8A39-D83D-26D6-03C6A4CD3090}"/>
              </a:ext>
            </a:extLst>
          </p:cNvPr>
          <p:cNvSpPr txBox="1"/>
          <p:nvPr/>
        </p:nvSpPr>
        <p:spPr>
          <a:xfrm>
            <a:off x="5144296" y="3295141"/>
            <a:ext cx="2503499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Post State Root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4F989611-236F-C17A-D4C8-CF804D02DBB3}"/>
              </a:ext>
            </a:extLst>
          </p:cNvPr>
          <p:cNvCxnSpPr>
            <a:cxnSpLocks/>
          </p:cNvCxnSpPr>
          <p:nvPr/>
        </p:nvCxnSpPr>
        <p:spPr>
          <a:xfrm>
            <a:off x="4459456" y="4658861"/>
            <a:ext cx="129309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66BF562-7DD2-2931-B893-259125A78181}"/>
                  </a:ext>
                </a:extLst>
              </p:cNvPr>
              <p:cNvSpPr txBox="1"/>
              <p:nvPr/>
            </p:nvSpPr>
            <p:spPr>
              <a:xfrm>
                <a:off x="4615517" y="3432303"/>
                <a:ext cx="1090133" cy="1199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7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𝑃𝑜𝑆𝑡</m:t>
                          </m:r>
                        </m:e>
                        <m:sub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799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7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𝑃𝑜𝑆𝑡</m:t>
                          </m:r>
                        </m:e>
                        <m:sub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1799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7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𝑃𝑜𝑆𝑡</m:t>
                          </m:r>
                        </m:e>
                        <m:sub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1799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7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𝑃𝑜𝑆𝑡</m:t>
                          </m:r>
                        </m:e>
                        <m:sub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1799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sz="1799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66BF562-7DD2-2931-B893-259125A78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5517" y="3432303"/>
                <a:ext cx="1090133" cy="11998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本框 36">
            <a:extLst>
              <a:ext uri="{FF2B5EF4-FFF2-40B4-BE49-F238E27FC236}">
                <a16:creationId xmlns:a16="http://schemas.microsoft.com/office/drawing/2014/main" id="{4AE0337F-8445-EEFF-709F-CEC8D6F657D4}"/>
              </a:ext>
            </a:extLst>
          </p:cNvPr>
          <p:cNvSpPr txBox="1"/>
          <p:nvPr/>
        </p:nvSpPr>
        <p:spPr>
          <a:xfrm>
            <a:off x="4560940" y="4711320"/>
            <a:ext cx="109013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Check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9C0465B-1453-908F-449F-D5861A0BFE71}"/>
              </a:ext>
            </a:extLst>
          </p:cNvPr>
          <p:cNvSpPr/>
          <p:nvPr/>
        </p:nvSpPr>
        <p:spPr>
          <a:xfrm>
            <a:off x="10542558" y="4398116"/>
            <a:ext cx="1268381" cy="6264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8D35D54-2688-643B-4864-8D3CB329EE91}"/>
              </a:ext>
            </a:extLst>
          </p:cNvPr>
          <p:cNvSpPr txBox="1"/>
          <p:nvPr/>
        </p:nvSpPr>
        <p:spPr>
          <a:xfrm>
            <a:off x="10542558" y="4534589"/>
            <a:ext cx="1268381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 err="1">
                <a:latin typeface="Arial" panose="020B0604020202020204" pitchFamily="34" charset="0"/>
                <a:cs typeface="Arial" panose="020B0604020202020204" pitchFamily="34" charset="0"/>
              </a:rPr>
              <a:t>Zk</a:t>
            </a:r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-proof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D2639A14-51DF-4844-534B-76392A3A03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3548" y="3043591"/>
            <a:ext cx="626401" cy="626401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59621B87-3485-8A2B-0D0B-8BA92505CC37}"/>
              </a:ext>
            </a:extLst>
          </p:cNvPr>
          <p:cNvSpPr txBox="1"/>
          <p:nvPr/>
        </p:nvSpPr>
        <p:spPr>
          <a:xfrm>
            <a:off x="5800007" y="6301161"/>
            <a:ext cx="339236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Multi-version file storage state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3127337B-62FC-9C0D-092C-326B404D3340}"/>
              </a:ext>
            </a:extLst>
          </p:cNvPr>
          <p:cNvCxnSpPr>
            <a:stCxn id="38" idx="0"/>
            <a:endCxn id="42" idx="2"/>
          </p:cNvCxnSpPr>
          <p:nvPr/>
        </p:nvCxnSpPr>
        <p:spPr>
          <a:xfrm flipV="1">
            <a:off x="11176749" y="3669993"/>
            <a:ext cx="0" cy="7281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EE93FD7A-9DC4-30E2-8517-0E255C6A86AB}"/>
              </a:ext>
            </a:extLst>
          </p:cNvPr>
          <p:cNvSpPr txBox="1"/>
          <p:nvPr/>
        </p:nvSpPr>
        <p:spPr>
          <a:xfrm>
            <a:off x="10051456" y="3847803"/>
            <a:ext cx="125052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Submit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9A8E6F9-B0AE-2701-A30F-D1BBC3A1AC6A}"/>
              </a:ext>
            </a:extLst>
          </p:cNvPr>
          <p:cNvSpPr/>
          <p:nvPr/>
        </p:nvSpPr>
        <p:spPr>
          <a:xfrm>
            <a:off x="519378" y="3072385"/>
            <a:ext cx="9158633" cy="3599159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6" name="箭头: 右 45">
            <a:extLst>
              <a:ext uri="{FF2B5EF4-FFF2-40B4-BE49-F238E27FC236}">
                <a16:creationId xmlns:a16="http://schemas.microsoft.com/office/drawing/2014/main" id="{E07BED71-84FE-CF81-806E-9DDFB8D91E59}"/>
              </a:ext>
            </a:extLst>
          </p:cNvPr>
          <p:cNvSpPr/>
          <p:nvPr/>
        </p:nvSpPr>
        <p:spPr>
          <a:xfrm>
            <a:off x="9694998" y="4619590"/>
            <a:ext cx="847561" cy="176464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6378A17E-24E2-8AB5-B050-8509A0117EAE}"/>
                  </a:ext>
                </a:extLst>
              </p:cNvPr>
              <p:cNvSpPr/>
              <p:nvPr/>
            </p:nvSpPr>
            <p:spPr>
              <a:xfrm>
                <a:off x="5809167" y="5676671"/>
                <a:ext cx="495444" cy="521062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CN" altLang="en-US" sz="1799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6378A17E-24E2-8AB5-B050-8509A0117E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167" y="5676671"/>
                <a:ext cx="495444" cy="521062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椭圆 93">
                <a:extLst>
                  <a:ext uri="{FF2B5EF4-FFF2-40B4-BE49-F238E27FC236}">
                    <a16:creationId xmlns:a16="http://schemas.microsoft.com/office/drawing/2014/main" id="{B7C0600B-54C0-9CD2-F066-F02420BB0418}"/>
                  </a:ext>
                </a:extLst>
              </p:cNvPr>
              <p:cNvSpPr/>
              <p:nvPr/>
            </p:nvSpPr>
            <p:spPr>
              <a:xfrm>
                <a:off x="6775052" y="5667598"/>
                <a:ext cx="495444" cy="521062"/>
              </a:xfrm>
              <a:prstGeom prst="ellipse">
                <a:avLst/>
              </a:prstGeom>
              <a:solidFill>
                <a:srgbClr val="FFFFFF"/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94" name="椭圆 93">
                <a:extLst>
                  <a:ext uri="{FF2B5EF4-FFF2-40B4-BE49-F238E27FC236}">
                    <a16:creationId xmlns:a16="http://schemas.microsoft.com/office/drawing/2014/main" id="{B7C0600B-54C0-9CD2-F066-F02420BB04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5052" y="5667598"/>
                <a:ext cx="495444" cy="521062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椭圆 94">
                <a:extLst>
                  <a:ext uri="{FF2B5EF4-FFF2-40B4-BE49-F238E27FC236}">
                    <a16:creationId xmlns:a16="http://schemas.microsoft.com/office/drawing/2014/main" id="{068FF59E-8DFB-7A6D-6D6E-3413B033DCC1}"/>
                  </a:ext>
                </a:extLst>
              </p:cNvPr>
              <p:cNvSpPr/>
              <p:nvPr/>
            </p:nvSpPr>
            <p:spPr>
              <a:xfrm>
                <a:off x="7718685" y="5676671"/>
                <a:ext cx="495444" cy="521062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95" name="椭圆 94">
                <a:extLst>
                  <a:ext uri="{FF2B5EF4-FFF2-40B4-BE49-F238E27FC236}">
                    <a16:creationId xmlns:a16="http://schemas.microsoft.com/office/drawing/2014/main" id="{068FF59E-8DFB-7A6D-6D6E-3413B033DC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8685" y="5676671"/>
                <a:ext cx="495444" cy="521062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椭圆 95">
                <a:extLst>
                  <a:ext uri="{FF2B5EF4-FFF2-40B4-BE49-F238E27FC236}">
                    <a16:creationId xmlns:a16="http://schemas.microsoft.com/office/drawing/2014/main" id="{49B2A2D2-5F5F-4AAC-1090-46362A82F5F2}"/>
                  </a:ext>
                </a:extLst>
              </p:cNvPr>
              <p:cNvSpPr/>
              <p:nvPr/>
            </p:nvSpPr>
            <p:spPr>
              <a:xfrm>
                <a:off x="8780830" y="5676671"/>
                <a:ext cx="495444" cy="521062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CN" sz="179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CN" altLang="en-US" sz="1799" dirty="0"/>
              </a:p>
            </p:txBody>
          </p:sp>
        </mc:Choice>
        <mc:Fallback xmlns="">
          <p:sp>
            <p:nvSpPr>
              <p:cNvPr id="96" name="椭圆 95">
                <a:extLst>
                  <a:ext uri="{FF2B5EF4-FFF2-40B4-BE49-F238E27FC236}">
                    <a16:creationId xmlns:a16="http://schemas.microsoft.com/office/drawing/2014/main" id="{49B2A2D2-5F5F-4AAC-1090-46362A82F5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0830" y="5676671"/>
                <a:ext cx="495444" cy="521062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椭圆 96">
            <a:extLst>
              <a:ext uri="{FF2B5EF4-FFF2-40B4-BE49-F238E27FC236}">
                <a16:creationId xmlns:a16="http://schemas.microsoft.com/office/drawing/2014/main" id="{6BCAFAA2-15C5-03EE-3A09-160C1FC4EC7F}"/>
              </a:ext>
            </a:extLst>
          </p:cNvPr>
          <p:cNvSpPr/>
          <p:nvPr/>
        </p:nvSpPr>
        <p:spPr>
          <a:xfrm>
            <a:off x="6304610" y="4507740"/>
            <a:ext cx="495444" cy="52106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1FBE67DE-BD2E-98C0-AF6C-0F4FA1313E51}"/>
              </a:ext>
            </a:extLst>
          </p:cNvPr>
          <p:cNvSpPr/>
          <p:nvPr/>
        </p:nvSpPr>
        <p:spPr>
          <a:xfrm>
            <a:off x="8216628" y="4507740"/>
            <a:ext cx="495444" cy="52106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椭圆 98">
                <a:extLst>
                  <a:ext uri="{FF2B5EF4-FFF2-40B4-BE49-F238E27FC236}">
                    <a16:creationId xmlns:a16="http://schemas.microsoft.com/office/drawing/2014/main" id="{DF920600-B7FB-F168-E151-BF2490EF486B}"/>
                  </a:ext>
                </a:extLst>
              </p:cNvPr>
              <p:cNvSpPr/>
              <p:nvPr/>
            </p:nvSpPr>
            <p:spPr>
              <a:xfrm>
                <a:off x="7273211" y="3246558"/>
                <a:ext cx="495444" cy="521062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799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799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𝑟𝑡</m:t>
                          </m:r>
                        </m:e>
                        <m:sup>
                          <m:r>
                            <a:rPr lang="en-US" altLang="zh-CN" sz="1799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CN" altLang="en-US" sz="1799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9" name="椭圆 98">
                <a:extLst>
                  <a:ext uri="{FF2B5EF4-FFF2-40B4-BE49-F238E27FC236}">
                    <a16:creationId xmlns:a16="http://schemas.microsoft.com/office/drawing/2014/main" id="{DF920600-B7FB-F168-E151-BF2490EF48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211" y="3246558"/>
                <a:ext cx="495444" cy="521062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C96A5D11-5DBF-474D-6588-AB153D23EF3B}"/>
              </a:ext>
            </a:extLst>
          </p:cNvPr>
          <p:cNvCxnSpPr>
            <a:stCxn id="97" idx="4"/>
            <a:endCxn id="93" idx="0"/>
          </p:cNvCxnSpPr>
          <p:nvPr/>
        </p:nvCxnSpPr>
        <p:spPr>
          <a:xfrm flipH="1">
            <a:off x="6056889" y="5028801"/>
            <a:ext cx="495444" cy="64787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F7B8BE35-C5B0-58C8-B164-30CDDC30746A}"/>
              </a:ext>
            </a:extLst>
          </p:cNvPr>
          <p:cNvCxnSpPr>
            <a:stCxn id="97" idx="4"/>
            <a:endCxn id="94" idx="0"/>
          </p:cNvCxnSpPr>
          <p:nvPr/>
        </p:nvCxnSpPr>
        <p:spPr>
          <a:xfrm>
            <a:off x="6552333" y="5028804"/>
            <a:ext cx="470442" cy="63879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1A72C641-5C8B-25EA-7866-5580AFB2B2D2}"/>
              </a:ext>
            </a:extLst>
          </p:cNvPr>
          <p:cNvCxnSpPr>
            <a:stCxn id="98" idx="4"/>
            <a:endCxn id="95" idx="0"/>
          </p:cNvCxnSpPr>
          <p:nvPr/>
        </p:nvCxnSpPr>
        <p:spPr>
          <a:xfrm flipH="1">
            <a:off x="7966410" y="5028801"/>
            <a:ext cx="497940" cy="64787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3D406315-5148-733A-3F81-B76D9E8A4DC9}"/>
              </a:ext>
            </a:extLst>
          </p:cNvPr>
          <p:cNvCxnSpPr>
            <a:stCxn id="98" idx="4"/>
            <a:endCxn id="96" idx="0"/>
          </p:cNvCxnSpPr>
          <p:nvPr/>
        </p:nvCxnSpPr>
        <p:spPr>
          <a:xfrm>
            <a:off x="8464350" y="5028801"/>
            <a:ext cx="564202" cy="64787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84383BD7-6152-E7FA-C4AC-9D36A763C490}"/>
              </a:ext>
            </a:extLst>
          </p:cNvPr>
          <p:cNvCxnSpPr>
            <a:cxnSpLocks/>
            <a:stCxn id="99" idx="4"/>
            <a:endCxn id="97" idx="0"/>
          </p:cNvCxnSpPr>
          <p:nvPr/>
        </p:nvCxnSpPr>
        <p:spPr>
          <a:xfrm flipH="1">
            <a:off x="6552334" y="3767623"/>
            <a:ext cx="968601" cy="74011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BC881640-3496-1E49-F9BC-8FD4CFBB0604}"/>
              </a:ext>
            </a:extLst>
          </p:cNvPr>
          <p:cNvCxnSpPr>
            <a:cxnSpLocks/>
            <a:stCxn id="99" idx="4"/>
            <a:endCxn id="98" idx="0"/>
          </p:cNvCxnSpPr>
          <p:nvPr/>
        </p:nvCxnSpPr>
        <p:spPr>
          <a:xfrm>
            <a:off x="7520937" y="3767623"/>
            <a:ext cx="943414" cy="74011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5374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7139</TotalTime>
  <Words>464</Words>
  <Application>Microsoft Office PowerPoint</Application>
  <PresentationFormat>宽屏</PresentationFormat>
  <Paragraphs>237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等线</vt:lpstr>
      <vt:lpstr>微软雅黑</vt:lpstr>
      <vt:lpstr>Arial</vt:lpstr>
      <vt:lpstr>Calibri</vt:lpstr>
      <vt:lpstr>Calibri Light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Xu, Minghui</dc:creator>
  <cp:lastModifiedBy>家豪 张</cp:lastModifiedBy>
  <cp:revision>78</cp:revision>
  <dcterms:created xsi:type="dcterms:W3CDTF">2020-07-24T15:09:52Z</dcterms:created>
  <dcterms:modified xsi:type="dcterms:W3CDTF">2025-11-23T02:21:26Z</dcterms:modified>
</cp:coreProperties>
</file>